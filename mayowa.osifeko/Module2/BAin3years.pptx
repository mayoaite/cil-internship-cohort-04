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64" d="100"/>
          <a:sy n="64" d="100"/>
        </p:scale>
        <p:origin x="54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30476C-569E-4D89-9EFE-1277C2F881BA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517D3BA-DFF7-4A6C-876F-3036EB0A9FA5}">
      <dgm:prSet/>
      <dgm:spPr/>
      <dgm:t>
        <a:bodyPr/>
        <a:lstStyle/>
        <a:p>
          <a:r>
            <a:rPr lang="en-US"/>
            <a:t>Basic level</a:t>
          </a:r>
        </a:p>
      </dgm:t>
    </dgm:pt>
    <dgm:pt modelId="{66FA2B37-9601-408F-BF37-DA130A32196F}" type="parTrans" cxnId="{D9F630B9-FCAD-40EB-998D-85EC68C952A2}">
      <dgm:prSet/>
      <dgm:spPr/>
      <dgm:t>
        <a:bodyPr/>
        <a:lstStyle/>
        <a:p>
          <a:endParaRPr lang="en-US"/>
        </a:p>
      </dgm:t>
    </dgm:pt>
    <dgm:pt modelId="{22AE6401-A40A-434F-959C-7E467E4549F9}" type="sibTrans" cxnId="{D9F630B9-FCAD-40EB-998D-85EC68C952A2}">
      <dgm:prSet/>
      <dgm:spPr/>
      <dgm:t>
        <a:bodyPr/>
        <a:lstStyle/>
        <a:p>
          <a:endParaRPr lang="en-US"/>
        </a:p>
      </dgm:t>
    </dgm:pt>
    <dgm:pt modelId="{1E1CAA65-7D99-490F-810B-7E6A8B3E53A3}">
      <dgm:prSet/>
      <dgm:spPr/>
      <dgm:t>
        <a:bodyPr/>
        <a:lstStyle/>
        <a:p>
          <a:r>
            <a:rPr lang="en-US"/>
            <a:t>Less than 3 years experience</a:t>
          </a:r>
        </a:p>
      </dgm:t>
    </dgm:pt>
    <dgm:pt modelId="{487F2874-74B5-4076-92A0-FD30A1B3B762}" type="parTrans" cxnId="{CA7D862A-7755-4BC9-A9F4-4F9641439F79}">
      <dgm:prSet/>
      <dgm:spPr/>
      <dgm:t>
        <a:bodyPr/>
        <a:lstStyle/>
        <a:p>
          <a:endParaRPr lang="en-US"/>
        </a:p>
      </dgm:t>
    </dgm:pt>
    <dgm:pt modelId="{5F516F04-3356-42CD-9B00-F03A601F36C6}" type="sibTrans" cxnId="{CA7D862A-7755-4BC9-A9F4-4F9641439F79}">
      <dgm:prSet/>
      <dgm:spPr/>
      <dgm:t>
        <a:bodyPr/>
        <a:lstStyle/>
        <a:p>
          <a:endParaRPr lang="en-US"/>
        </a:p>
      </dgm:t>
    </dgm:pt>
    <dgm:pt modelId="{0BEF924F-F3A7-45F7-9849-1F1DF4947A87}">
      <dgm:prSet/>
      <dgm:spPr/>
      <dgm:t>
        <a:bodyPr/>
        <a:lstStyle/>
        <a:p>
          <a:r>
            <a:rPr lang="en-US"/>
            <a:t>Microsoft Excel: Intermediate</a:t>
          </a:r>
        </a:p>
      </dgm:t>
    </dgm:pt>
    <dgm:pt modelId="{38B21A3E-EA7E-428D-8407-84FED788CEB5}" type="parTrans" cxnId="{625EA71E-5398-47F2-B9DB-8CC521F4E9A0}">
      <dgm:prSet/>
      <dgm:spPr/>
      <dgm:t>
        <a:bodyPr/>
        <a:lstStyle/>
        <a:p>
          <a:endParaRPr lang="en-US"/>
        </a:p>
      </dgm:t>
    </dgm:pt>
    <dgm:pt modelId="{77F76D67-BADD-4EAE-A11B-535CBF41AEF7}" type="sibTrans" cxnId="{625EA71E-5398-47F2-B9DB-8CC521F4E9A0}">
      <dgm:prSet/>
      <dgm:spPr/>
      <dgm:t>
        <a:bodyPr/>
        <a:lstStyle/>
        <a:p>
          <a:endParaRPr lang="en-US"/>
        </a:p>
      </dgm:t>
    </dgm:pt>
    <dgm:pt modelId="{AD970A80-5BB9-4F77-8232-DDF5BA623965}">
      <dgm:prSet/>
      <dgm:spPr/>
      <dgm:t>
        <a:bodyPr/>
        <a:lstStyle/>
        <a:p>
          <a:r>
            <a:rPr lang="en-US"/>
            <a:t>Microsoft Power BI: Beginner</a:t>
          </a:r>
        </a:p>
      </dgm:t>
    </dgm:pt>
    <dgm:pt modelId="{33B63685-A6E2-44A5-8477-3EF9988C9B4D}" type="parTrans" cxnId="{79B6BF8E-B4D6-4235-A923-0CFC52152150}">
      <dgm:prSet/>
      <dgm:spPr/>
      <dgm:t>
        <a:bodyPr/>
        <a:lstStyle/>
        <a:p>
          <a:endParaRPr lang="en-US"/>
        </a:p>
      </dgm:t>
    </dgm:pt>
    <dgm:pt modelId="{AA15A800-0B7C-4423-8E1E-9DB5BC0FCBCA}" type="sibTrans" cxnId="{79B6BF8E-B4D6-4235-A923-0CFC52152150}">
      <dgm:prSet/>
      <dgm:spPr/>
      <dgm:t>
        <a:bodyPr/>
        <a:lstStyle/>
        <a:p>
          <a:endParaRPr lang="en-US"/>
        </a:p>
      </dgm:t>
    </dgm:pt>
    <dgm:pt modelId="{431780F9-F0D6-42BB-9105-2D6F00B7EA5C}" type="pres">
      <dgm:prSet presAssocID="{8D30476C-569E-4D89-9EFE-1277C2F881BA}" presName="matrix" presStyleCnt="0">
        <dgm:presLayoutVars>
          <dgm:chMax val="1"/>
          <dgm:dir/>
          <dgm:resizeHandles val="exact"/>
        </dgm:presLayoutVars>
      </dgm:prSet>
      <dgm:spPr/>
    </dgm:pt>
    <dgm:pt modelId="{94DA70C9-E24C-4E8E-90E6-73070156D194}" type="pres">
      <dgm:prSet presAssocID="{8D30476C-569E-4D89-9EFE-1277C2F881BA}" presName="diamond" presStyleLbl="bgShp" presStyleIdx="0" presStyleCnt="1"/>
      <dgm:spPr/>
    </dgm:pt>
    <dgm:pt modelId="{360E94F8-DA51-4EEF-954C-F28752D47065}" type="pres">
      <dgm:prSet presAssocID="{8D30476C-569E-4D89-9EFE-1277C2F881B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20B935A-9C9B-4FC4-BE74-DFA0AC7CEA8E}" type="pres">
      <dgm:prSet presAssocID="{8D30476C-569E-4D89-9EFE-1277C2F881B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49ADD98-54CD-4D16-8554-3F41C3BCF080}" type="pres">
      <dgm:prSet presAssocID="{8D30476C-569E-4D89-9EFE-1277C2F881B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9400162-681A-41F5-949A-A9ADA382E6DF}" type="pres">
      <dgm:prSet presAssocID="{8D30476C-569E-4D89-9EFE-1277C2F881B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836840E-BF1E-4E87-9F93-5CFC91F23D2B}" type="presOf" srcId="{8D30476C-569E-4D89-9EFE-1277C2F881BA}" destId="{431780F9-F0D6-42BB-9105-2D6F00B7EA5C}" srcOrd="0" destOrd="0" presId="urn:microsoft.com/office/officeart/2005/8/layout/matrix3"/>
    <dgm:cxn modelId="{625EA71E-5398-47F2-B9DB-8CC521F4E9A0}" srcId="{8D30476C-569E-4D89-9EFE-1277C2F881BA}" destId="{0BEF924F-F3A7-45F7-9849-1F1DF4947A87}" srcOrd="2" destOrd="0" parTransId="{38B21A3E-EA7E-428D-8407-84FED788CEB5}" sibTransId="{77F76D67-BADD-4EAE-A11B-535CBF41AEF7}"/>
    <dgm:cxn modelId="{CA7D862A-7755-4BC9-A9F4-4F9641439F79}" srcId="{8D30476C-569E-4D89-9EFE-1277C2F881BA}" destId="{1E1CAA65-7D99-490F-810B-7E6A8B3E53A3}" srcOrd="1" destOrd="0" parTransId="{487F2874-74B5-4076-92A0-FD30A1B3B762}" sibTransId="{5F516F04-3356-42CD-9B00-F03A601F36C6}"/>
    <dgm:cxn modelId="{BFCB364E-E88F-427B-B65F-C18BD4060891}" type="presOf" srcId="{5517D3BA-DFF7-4A6C-876F-3036EB0A9FA5}" destId="{360E94F8-DA51-4EEF-954C-F28752D47065}" srcOrd="0" destOrd="0" presId="urn:microsoft.com/office/officeart/2005/8/layout/matrix3"/>
    <dgm:cxn modelId="{79B6BF8E-B4D6-4235-A923-0CFC52152150}" srcId="{8D30476C-569E-4D89-9EFE-1277C2F881BA}" destId="{AD970A80-5BB9-4F77-8232-DDF5BA623965}" srcOrd="3" destOrd="0" parTransId="{33B63685-A6E2-44A5-8477-3EF9988C9B4D}" sibTransId="{AA15A800-0B7C-4423-8E1E-9DB5BC0FCBCA}"/>
    <dgm:cxn modelId="{D9F630B9-FCAD-40EB-998D-85EC68C952A2}" srcId="{8D30476C-569E-4D89-9EFE-1277C2F881BA}" destId="{5517D3BA-DFF7-4A6C-876F-3036EB0A9FA5}" srcOrd="0" destOrd="0" parTransId="{66FA2B37-9601-408F-BF37-DA130A32196F}" sibTransId="{22AE6401-A40A-434F-959C-7E467E4549F9}"/>
    <dgm:cxn modelId="{E3FE85BA-9518-491A-96C5-EEF0FD330115}" type="presOf" srcId="{0BEF924F-F3A7-45F7-9849-1F1DF4947A87}" destId="{A49ADD98-54CD-4D16-8554-3F41C3BCF080}" srcOrd="0" destOrd="0" presId="urn:microsoft.com/office/officeart/2005/8/layout/matrix3"/>
    <dgm:cxn modelId="{3E141ED0-DC84-4C3C-812C-E4B52FF7F9D0}" type="presOf" srcId="{AD970A80-5BB9-4F77-8232-DDF5BA623965}" destId="{B9400162-681A-41F5-949A-A9ADA382E6DF}" srcOrd="0" destOrd="0" presId="urn:microsoft.com/office/officeart/2005/8/layout/matrix3"/>
    <dgm:cxn modelId="{49EF1CFD-BEEE-4B50-A39C-3957A84C2019}" type="presOf" srcId="{1E1CAA65-7D99-490F-810B-7E6A8B3E53A3}" destId="{020B935A-9C9B-4FC4-BE74-DFA0AC7CEA8E}" srcOrd="0" destOrd="0" presId="urn:microsoft.com/office/officeart/2005/8/layout/matrix3"/>
    <dgm:cxn modelId="{F4B70FBC-73BE-46AA-80F0-6B80E4228741}" type="presParOf" srcId="{431780F9-F0D6-42BB-9105-2D6F00B7EA5C}" destId="{94DA70C9-E24C-4E8E-90E6-73070156D194}" srcOrd="0" destOrd="0" presId="urn:microsoft.com/office/officeart/2005/8/layout/matrix3"/>
    <dgm:cxn modelId="{405169F1-52C3-4661-A2D4-33F994DA0D51}" type="presParOf" srcId="{431780F9-F0D6-42BB-9105-2D6F00B7EA5C}" destId="{360E94F8-DA51-4EEF-954C-F28752D47065}" srcOrd="1" destOrd="0" presId="urn:microsoft.com/office/officeart/2005/8/layout/matrix3"/>
    <dgm:cxn modelId="{DEC7DD8F-8E56-476E-A944-BB4F9C4FBAB9}" type="presParOf" srcId="{431780F9-F0D6-42BB-9105-2D6F00B7EA5C}" destId="{020B935A-9C9B-4FC4-BE74-DFA0AC7CEA8E}" srcOrd="2" destOrd="0" presId="urn:microsoft.com/office/officeart/2005/8/layout/matrix3"/>
    <dgm:cxn modelId="{44725539-F3A2-4057-89BB-8F5ACD9BD735}" type="presParOf" srcId="{431780F9-F0D6-42BB-9105-2D6F00B7EA5C}" destId="{A49ADD98-54CD-4D16-8554-3F41C3BCF080}" srcOrd="3" destOrd="0" presId="urn:microsoft.com/office/officeart/2005/8/layout/matrix3"/>
    <dgm:cxn modelId="{C41EFD0B-AE53-40AC-8D5F-DAF0FC549DF4}" type="presParOf" srcId="{431780F9-F0D6-42BB-9105-2D6F00B7EA5C}" destId="{B9400162-681A-41F5-949A-A9ADA382E6D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457084-DBF9-4F66-8442-9EC15B6FB73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604012D-686C-4343-9837-482DC19B1BB8}">
      <dgm:prSet/>
      <dgm:spPr/>
      <dgm:t>
        <a:bodyPr/>
        <a:lstStyle/>
        <a:p>
          <a:r>
            <a:rPr lang="en-US"/>
            <a:t>To be a professional BA with 3 years experience by 2025</a:t>
          </a:r>
        </a:p>
      </dgm:t>
    </dgm:pt>
    <dgm:pt modelId="{B2E387CF-FD8F-44B6-A0C9-2840E0656F16}" type="parTrans" cxnId="{B7FB4BCC-1537-48F7-BF2E-FFA107CF8A54}">
      <dgm:prSet/>
      <dgm:spPr/>
      <dgm:t>
        <a:bodyPr/>
        <a:lstStyle/>
        <a:p>
          <a:endParaRPr lang="en-US"/>
        </a:p>
      </dgm:t>
    </dgm:pt>
    <dgm:pt modelId="{22743C46-461B-4A19-9569-83A016A34D5F}" type="sibTrans" cxnId="{B7FB4BCC-1537-48F7-BF2E-FFA107CF8A54}">
      <dgm:prSet/>
      <dgm:spPr/>
      <dgm:t>
        <a:bodyPr/>
        <a:lstStyle/>
        <a:p>
          <a:endParaRPr lang="en-US"/>
        </a:p>
      </dgm:t>
    </dgm:pt>
    <dgm:pt modelId="{BDAD2B35-21A7-4CF8-B095-247017844B3B}">
      <dgm:prSet/>
      <dgm:spPr/>
      <dgm:t>
        <a:bodyPr/>
        <a:lstStyle/>
        <a:p>
          <a:r>
            <a:rPr lang="en-US"/>
            <a:t>To be adept at Microsoft Excel, Power BI.</a:t>
          </a:r>
        </a:p>
      </dgm:t>
    </dgm:pt>
    <dgm:pt modelId="{9F02360B-CA02-4A34-B1EC-34AC6AC703EC}" type="parTrans" cxnId="{39AF1D0D-4BD2-4171-90A4-572BFA088DC5}">
      <dgm:prSet/>
      <dgm:spPr/>
      <dgm:t>
        <a:bodyPr/>
        <a:lstStyle/>
        <a:p>
          <a:endParaRPr lang="en-US"/>
        </a:p>
      </dgm:t>
    </dgm:pt>
    <dgm:pt modelId="{A8262364-1D68-401A-9641-57F56E0C6727}" type="sibTrans" cxnId="{39AF1D0D-4BD2-4171-90A4-572BFA088DC5}">
      <dgm:prSet/>
      <dgm:spPr/>
      <dgm:t>
        <a:bodyPr/>
        <a:lstStyle/>
        <a:p>
          <a:endParaRPr lang="en-US"/>
        </a:p>
      </dgm:t>
    </dgm:pt>
    <dgm:pt modelId="{11714739-2E97-49E5-AC1D-0841CA3469AD}">
      <dgm:prSet/>
      <dgm:spPr/>
      <dgm:t>
        <a:bodyPr/>
        <a:lstStyle/>
        <a:p>
          <a:r>
            <a:rPr lang="en-US"/>
            <a:t>To have designed and initiated several minor projects and 3 major projects</a:t>
          </a:r>
        </a:p>
      </dgm:t>
    </dgm:pt>
    <dgm:pt modelId="{C94F33F8-3A22-41A6-BCE4-C519059F9022}" type="parTrans" cxnId="{14605FD7-55B9-4CA8-BEE8-2F923436CB55}">
      <dgm:prSet/>
      <dgm:spPr/>
      <dgm:t>
        <a:bodyPr/>
        <a:lstStyle/>
        <a:p>
          <a:endParaRPr lang="en-US"/>
        </a:p>
      </dgm:t>
    </dgm:pt>
    <dgm:pt modelId="{2B648738-DD3D-4931-A4BE-941FD64A03D5}" type="sibTrans" cxnId="{14605FD7-55B9-4CA8-BEE8-2F923436CB55}">
      <dgm:prSet/>
      <dgm:spPr/>
      <dgm:t>
        <a:bodyPr/>
        <a:lstStyle/>
        <a:p>
          <a:endParaRPr lang="en-US"/>
        </a:p>
      </dgm:t>
    </dgm:pt>
    <dgm:pt modelId="{BD442DFD-E90C-43D3-8EFC-653F35EEC221}" type="pres">
      <dgm:prSet presAssocID="{57457084-DBF9-4F66-8442-9EC15B6FB73E}" presName="root" presStyleCnt="0">
        <dgm:presLayoutVars>
          <dgm:dir/>
          <dgm:resizeHandles val="exact"/>
        </dgm:presLayoutVars>
      </dgm:prSet>
      <dgm:spPr/>
    </dgm:pt>
    <dgm:pt modelId="{CF6783A2-C3F2-4DC0-81AE-FC174B258CCB}" type="pres">
      <dgm:prSet presAssocID="{1604012D-686C-4343-9837-482DC19B1BB8}" presName="compNode" presStyleCnt="0"/>
      <dgm:spPr/>
    </dgm:pt>
    <dgm:pt modelId="{BCD763EF-91B5-4D75-8E5C-DFB35045AC16}" type="pres">
      <dgm:prSet presAssocID="{1604012D-686C-4343-9837-482DC19B1BB8}" presName="bgRect" presStyleLbl="bgShp" presStyleIdx="0" presStyleCnt="3"/>
      <dgm:spPr/>
    </dgm:pt>
    <dgm:pt modelId="{59B7206F-4059-4BB0-AD95-43A632AA2EC2}" type="pres">
      <dgm:prSet presAssocID="{1604012D-686C-4343-9837-482DC19B1BB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1610CB98-9F7A-4BD9-84D7-E680767F63EC}" type="pres">
      <dgm:prSet presAssocID="{1604012D-686C-4343-9837-482DC19B1BB8}" presName="spaceRect" presStyleCnt="0"/>
      <dgm:spPr/>
    </dgm:pt>
    <dgm:pt modelId="{DCBEFB83-2656-4371-A50D-3D98D6C02B42}" type="pres">
      <dgm:prSet presAssocID="{1604012D-686C-4343-9837-482DC19B1BB8}" presName="parTx" presStyleLbl="revTx" presStyleIdx="0" presStyleCnt="3">
        <dgm:presLayoutVars>
          <dgm:chMax val="0"/>
          <dgm:chPref val="0"/>
        </dgm:presLayoutVars>
      </dgm:prSet>
      <dgm:spPr/>
    </dgm:pt>
    <dgm:pt modelId="{2CD9E1BA-B5D9-4175-8CA4-F4E002ECED11}" type="pres">
      <dgm:prSet presAssocID="{22743C46-461B-4A19-9569-83A016A34D5F}" presName="sibTrans" presStyleCnt="0"/>
      <dgm:spPr/>
    </dgm:pt>
    <dgm:pt modelId="{55198A97-B88D-4C9F-ADC7-5C3AD6336512}" type="pres">
      <dgm:prSet presAssocID="{BDAD2B35-21A7-4CF8-B095-247017844B3B}" presName="compNode" presStyleCnt="0"/>
      <dgm:spPr/>
    </dgm:pt>
    <dgm:pt modelId="{16379A93-A693-4F86-92B9-20AAA2999C5C}" type="pres">
      <dgm:prSet presAssocID="{BDAD2B35-21A7-4CF8-B095-247017844B3B}" presName="bgRect" presStyleLbl="bgShp" presStyleIdx="1" presStyleCnt="3"/>
      <dgm:spPr/>
    </dgm:pt>
    <dgm:pt modelId="{DF60FA17-0A42-4486-AA8E-0C76FBC546B6}" type="pres">
      <dgm:prSet presAssocID="{BDAD2B35-21A7-4CF8-B095-247017844B3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3488C234-035D-4D90-AE5F-2F012F6AAC59}" type="pres">
      <dgm:prSet presAssocID="{BDAD2B35-21A7-4CF8-B095-247017844B3B}" presName="spaceRect" presStyleCnt="0"/>
      <dgm:spPr/>
    </dgm:pt>
    <dgm:pt modelId="{4ADD2777-F27A-4E61-8B73-F88331160A0C}" type="pres">
      <dgm:prSet presAssocID="{BDAD2B35-21A7-4CF8-B095-247017844B3B}" presName="parTx" presStyleLbl="revTx" presStyleIdx="1" presStyleCnt="3">
        <dgm:presLayoutVars>
          <dgm:chMax val="0"/>
          <dgm:chPref val="0"/>
        </dgm:presLayoutVars>
      </dgm:prSet>
      <dgm:spPr/>
    </dgm:pt>
    <dgm:pt modelId="{7D29E2A6-6852-46FB-8622-FF0D96B5CC3E}" type="pres">
      <dgm:prSet presAssocID="{A8262364-1D68-401A-9641-57F56E0C6727}" presName="sibTrans" presStyleCnt="0"/>
      <dgm:spPr/>
    </dgm:pt>
    <dgm:pt modelId="{2829DE36-E262-4C52-976B-FE9292B5D196}" type="pres">
      <dgm:prSet presAssocID="{11714739-2E97-49E5-AC1D-0841CA3469AD}" presName="compNode" presStyleCnt="0"/>
      <dgm:spPr/>
    </dgm:pt>
    <dgm:pt modelId="{F1816798-7B78-4E8F-AF4F-A1D29D0DE767}" type="pres">
      <dgm:prSet presAssocID="{11714739-2E97-49E5-AC1D-0841CA3469AD}" presName="bgRect" presStyleLbl="bgShp" presStyleIdx="2" presStyleCnt="3"/>
      <dgm:spPr/>
    </dgm:pt>
    <dgm:pt modelId="{98968EE9-E89F-4FB3-822A-0844F8F48B1D}" type="pres">
      <dgm:prSet presAssocID="{11714739-2E97-49E5-AC1D-0841CA3469A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36967D4-305A-41ED-879E-AB10D7BE990C}" type="pres">
      <dgm:prSet presAssocID="{11714739-2E97-49E5-AC1D-0841CA3469AD}" presName="spaceRect" presStyleCnt="0"/>
      <dgm:spPr/>
    </dgm:pt>
    <dgm:pt modelId="{6D8C12FF-D235-4A44-9A76-0C2B900B1887}" type="pres">
      <dgm:prSet presAssocID="{11714739-2E97-49E5-AC1D-0841CA3469A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9AF1D0D-4BD2-4171-90A4-572BFA088DC5}" srcId="{57457084-DBF9-4F66-8442-9EC15B6FB73E}" destId="{BDAD2B35-21A7-4CF8-B095-247017844B3B}" srcOrd="1" destOrd="0" parTransId="{9F02360B-CA02-4A34-B1EC-34AC6AC703EC}" sibTransId="{A8262364-1D68-401A-9641-57F56E0C6727}"/>
    <dgm:cxn modelId="{8624DE31-F65B-404F-AD2D-C001E4AD0B6E}" type="presOf" srcId="{BDAD2B35-21A7-4CF8-B095-247017844B3B}" destId="{4ADD2777-F27A-4E61-8B73-F88331160A0C}" srcOrd="0" destOrd="0" presId="urn:microsoft.com/office/officeart/2018/2/layout/IconVerticalSolidList"/>
    <dgm:cxn modelId="{F2A2B29C-7CCF-4B8D-A689-9D3A70808E5D}" type="presOf" srcId="{57457084-DBF9-4F66-8442-9EC15B6FB73E}" destId="{BD442DFD-E90C-43D3-8EFC-653F35EEC221}" srcOrd="0" destOrd="0" presId="urn:microsoft.com/office/officeart/2018/2/layout/IconVerticalSolidList"/>
    <dgm:cxn modelId="{B7FB4BCC-1537-48F7-BF2E-FFA107CF8A54}" srcId="{57457084-DBF9-4F66-8442-9EC15B6FB73E}" destId="{1604012D-686C-4343-9837-482DC19B1BB8}" srcOrd="0" destOrd="0" parTransId="{B2E387CF-FD8F-44B6-A0C9-2840E0656F16}" sibTransId="{22743C46-461B-4A19-9569-83A016A34D5F}"/>
    <dgm:cxn modelId="{C98683CD-5A6C-49B6-9981-1C016837FFE5}" type="presOf" srcId="{1604012D-686C-4343-9837-482DC19B1BB8}" destId="{DCBEFB83-2656-4371-A50D-3D98D6C02B42}" srcOrd="0" destOrd="0" presId="urn:microsoft.com/office/officeart/2018/2/layout/IconVerticalSolidList"/>
    <dgm:cxn modelId="{14605FD7-55B9-4CA8-BEE8-2F923436CB55}" srcId="{57457084-DBF9-4F66-8442-9EC15B6FB73E}" destId="{11714739-2E97-49E5-AC1D-0841CA3469AD}" srcOrd="2" destOrd="0" parTransId="{C94F33F8-3A22-41A6-BCE4-C519059F9022}" sibTransId="{2B648738-DD3D-4931-A4BE-941FD64A03D5}"/>
    <dgm:cxn modelId="{B08203EE-5475-4381-A8E1-6CC5C98A744B}" type="presOf" srcId="{11714739-2E97-49E5-AC1D-0841CA3469AD}" destId="{6D8C12FF-D235-4A44-9A76-0C2B900B1887}" srcOrd="0" destOrd="0" presId="urn:microsoft.com/office/officeart/2018/2/layout/IconVerticalSolidList"/>
    <dgm:cxn modelId="{D7A6B653-25E0-4105-A1B2-7279B16CC9BE}" type="presParOf" srcId="{BD442DFD-E90C-43D3-8EFC-653F35EEC221}" destId="{CF6783A2-C3F2-4DC0-81AE-FC174B258CCB}" srcOrd="0" destOrd="0" presId="urn:microsoft.com/office/officeart/2018/2/layout/IconVerticalSolidList"/>
    <dgm:cxn modelId="{A4DEA530-2BE5-4B00-9E29-87B8F0538C1C}" type="presParOf" srcId="{CF6783A2-C3F2-4DC0-81AE-FC174B258CCB}" destId="{BCD763EF-91B5-4D75-8E5C-DFB35045AC16}" srcOrd="0" destOrd="0" presId="urn:microsoft.com/office/officeart/2018/2/layout/IconVerticalSolidList"/>
    <dgm:cxn modelId="{51030CC2-9D48-4439-B8A7-085271B8EB3B}" type="presParOf" srcId="{CF6783A2-C3F2-4DC0-81AE-FC174B258CCB}" destId="{59B7206F-4059-4BB0-AD95-43A632AA2EC2}" srcOrd="1" destOrd="0" presId="urn:microsoft.com/office/officeart/2018/2/layout/IconVerticalSolidList"/>
    <dgm:cxn modelId="{9F086BEB-A07A-4866-BE7D-5B447E20A430}" type="presParOf" srcId="{CF6783A2-C3F2-4DC0-81AE-FC174B258CCB}" destId="{1610CB98-9F7A-4BD9-84D7-E680767F63EC}" srcOrd="2" destOrd="0" presId="urn:microsoft.com/office/officeart/2018/2/layout/IconVerticalSolidList"/>
    <dgm:cxn modelId="{B63DDF5F-368F-47AA-8E58-7A2474D3A7A0}" type="presParOf" srcId="{CF6783A2-C3F2-4DC0-81AE-FC174B258CCB}" destId="{DCBEFB83-2656-4371-A50D-3D98D6C02B42}" srcOrd="3" destOrd="0" presId="urn:microsoft.com/office/officeart/2018/2/layout/IconVerticalSolidList"/>
    <dgm:cxn modelId="{9ED2F5B7-8EDF-4CFA-A2F9-EEDC6B92B1A6}" type="presParOf" srcId="{BD442DFD-E90C-43D3-8EFC-653F35EEC221}" destId="{2CD9E1BA-B5D9-4175-8CA4-F4E002ECED11}" srcOrd="1" destOrd="0" presId="urn:microsoft.com/office/officeart/2018/2/layout/IconVerticalSolidList"/>
    <dgm:cxn modelId="{A8CF3BA5-B712-40DE-B24D-706C55273C38}" type="presParOf" srcId="{BD442DFD-E90C-43D3-8EFC-653F35EEC221}" destId="{55198A97-B88D-4C9F-ADC7-5C3AD6336512}" srcOrd="2" destOrd="0" presId="urn:microsoft.com/office/officeart/2018/2/layout/IconVerticalSolidList"/>
    <dgm:cxn modelId="{DFD7DB10-45D6-4A9A-B7AC-370A91980AE4}" type="presParOf" srcId="{55198A97-B88D-4C9F-ADC7-5C3AD6336512}" destId="{16379A93-A693-4F86-92B9-20AAA2999C5C}" srcOrd="0" destOrd="0" presId="urn:microsoft.com/office/officeart/2018/2/layout/IconVerticalSolidList"/>
    <dgm:cxn modelId="{A13D7BEF-DD67-43AA-A637-8951BE32D382}" type="presParOf" srcId="{55198A97-B88D-4C9F-ADC7-5C3AD6336512}" destId="{DF60FA17-0A42-4486-AA8E-0C76FBC546B6}" srcOrd="1" destOrd="0" presId="urn:microsoft.com/office/officeart/2018/2/layout/IconVerticalSolidList"/>
    <dgm:cxn modelId="{CCFFFECF-532C-4BE1-8F40-3DB000E9927D}" type="presParOf" srcId="{55198A97-B88D-4C9F-ADC7-5C3AD6336512}" destId="{3488C234-035D-4D90-AE5F-2F012F6AAC59}" srcOrd="2" destOrd="0" presId="urn:microsoft.com/office/officeart/2018/2/layout/IconVerticalSolidList"/>
    <dgm:cxn modelId="{905E2EAF-B8B1-4037-8D7D-4B2E11F2FC8E}" type="presParOf" srcId="{55198A97-B88D-4C9F-ADC7-5C3AD6336512}" destId="{4ADD2777-F27A-4E61-8B73-F88331160A0C}" srcOrd="3" destOrd="0" presId="urn:microsoft.com/office/officeart/2018/2/layout/IconVerticalSolidList"/>
    <dgm:cxn modelId="{271F6693-0C7F-449F-B920-8DB839B38ED2}" type="presParOf" srcId="{BD442DFD-E90C-43D3-8EFC-653F35EEC221}" destId="{7D29E2A6-6852-46FB-8622-FF0D96B5CC3E}" srcOrd="3" destOrd="0" presId="urn:microsoft.com/office/officeart/2018/2/layout/IconVerticalSolidList"/>
    <dgm:cxn modelId="{013ECC47-0708-4A70-85E6-3D2FFA5D3C5E}" type="presParOf" srcId="{BD442DFD-E90C-43D3-8EFC-653F35EEC221}" destId="{2829DE36-E262-4C52-976B-FE9292B5D196}" srcOrd="4" destOrd="0" presId="urn:microsoft.com/office/officeart/2018/2/layout/IconVerticalSolidList"/>
    <dgm:cxn modelId="{13981FFE-FD6C-4551-99A5-49CCE8F5E897}" type="presParOf" srcId="{2829DE36-E262-4C52-976B-FE9292B5D196}" destId="{F1816798-7B78-4E8F-AF4F-A1D29D0DE767}" srcOrd="0" destOrd="0" presId="urn:microsoft.com/office/officeart/2018/2/layout/IconVerticalSolidList"/>
    <dgm:cxn modelId="{27B9E832-8E8C-4765-A80C-390C231EE244}" type="presParOf" srcId="{2829DE36-E262-4C52-976B-FE9292B5D196}" destId="{98968EE9-E89F-4FB3-822A-0844F8F48B1D}" srcOrd="1" destOrd="0" presId="urn:microsoft.com/office/officeart/2018/2/layout/IconVerticalSolidList"/>
    <dgm:cxn modelId="{D5C6DE45-6873-455F-9181-ACD6138504EE}" type="presParOf" srcId="{2829DE36-E262-4C52-976B-FE9292B5D196}" destId="{336967D4-305A-41ED-879E-AB10D7BE990C}" srcOrd="2" destOrd="0" presId="urn:microsoft.com/office/officeart/2018/2/layout/IconVerticalSolidList"/>
    <dgm:cxn modelId="{4580DFAD-687C-4F37-855F-43F6CE717EC6}" type="presParOf" srcId="{2829DE36-E262-4C52-976B-FE9292B5D196}" destId="{6D8C12FF-D235-4A44-9A76-0C2B900B188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DA70C9-E24C-4E8E-90E6-73070156D194}">
      <dsp:nvSpPr>
        <dsp:cNvPr id="0" name=""/>
        <dsp:cNvSpPr/>
      </dsp:nvSpPr>
      <dsp:spPr>
        <a:xfrm>
          <a:off x="379476" y="0"/>
          <a:ext cx="5504687" cy="5504687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0E94F8-DA51-4EEF-954C-F28752D47065}">
      <dsp:nvSpPr>
        <dsp:cNvPr id="0" name=""/>
        <dsp:cNvSpPr/>
      </dsp:nvSpPr>
      <dsp:spPr>
        <a:xfrm>
          <a:off x="902421" y="522945"/>
          <a:ext cx="2146828" cy="214682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Basic level</a:t>
          </a:r>
        </a:p>
      </dsp:txBody>
      <dsp:txXfrm>
        <a:off x="1007221" y="627745"/>
        <a:ext cx="1937228" cy="1937228"/>
      </dsp:txXfrm>
    </dsp:sp>
    <dsp:sp modelId="{020B935A-9C9B-4FC4-BE74-DFA0AC7CEA8E}">
      <dsp:nvSpPr>
        <dsp:cNvPr id="0" name=""/>
        <dsp:cNvSpPr/>
      </dsp:nvSpPr>
      <dsp:spPr>
        <a:xfrm>
          <a:off x="3214390" y="522945"/>
          <a:ext cx="2146828" cy="214682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Less than 3 years experience</a:t>
          </a:r>
        </a:p>
      </dsp:txBody>
      <dsp:txXfrm>
        <a:off x="3319190" y="627745"/>
        <a:ext cx="1937228" cy="1937228"/>
      </dsp:txXfrm>
    </dsp:sp>
    <dsp:sp modelId="{A49ADD98-54CD-4D16-8554-3F41C3BCF080}">
      <dsp:nvSpPr>
        <dsp:cNvPr id="0" name=""/>
        <dsp:cNvSpPr/>
      </dsp:nvSpPr>
      <dsp:spPr>
        <a:xfrm>
          <a:off x="902421" y="2834914"/>
          <a:ext cx="2146828" cy="214682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Microsoft Excel: Intermediate</a:t>
          </a:r>
        </a:p>
      </dsp:txBody>
      <dsp:txXfrm>
        <a:off x="1007221" y="2939714"/>
        <a:ext cx="1937228" cy="1937228"/>
      </dsp:txXfrm>
    </dsp:sp>
    <dsp:sp modelId="{B9400162-681A-41F5-949A-A9ADA382E6DF}">
      <dsp:nvSpPr>
        <dsp:cNvPr id="0" name=""/>
        <dsp:cNvSpPr/>
      </dsp:nvSpPr>
      <dsp:spPr>
        <a:xfrm>
          <a:off x="3214390" y="2834914"/>
          <a:ext cx="2146828" cy="214682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Microsoft Power BI: Beginner</a:t>
          </a:r>
        </a:p>
      </dsp:txBody>
      <dsp:txXfrm>
        <a:off x="3319190" y="2939714"/>
        <a:ext cx="1937228" cy="19372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D763EF-91B5-4D75-8E5C-DFB35045AC16}">
      <dsp:nvSpPr>
        <dsp:cNvPr id="0" name=""/>
        <dsp:cNvSpPr/>
      </dsp:nvSpPr>
      <dsp:spPr>
        <a:xfrm>
          <a:off x="0" y="671"/>
          <a:ext cx="6263640" cy="1572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B7206F-4059-4BB0-AD95-43A632AA2EC2}">
      <dsp:nvSpPr>
        <dsp:cNvPr id="0" name=""/>
        <dsp:cNvSpPr/>
      </dsp:nvSpPr>
      <dsp:spPr>
        <a:xfrm>
          <a:off x="475646" y="354458"/>
          <a:ext cx="864811" cy="8648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BEFB83-2656-4371-A50D-3D98D6C02B42}">
      <dsp:nvSpPr>
        <dsp:cNvPr id="0" name=""/>
        <dsp:cNvSpPr/>
      </dsp:nvSpPr>
      <dsp:spPr>
        <a:xfrm>
          <a:off x="1816103" y="671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To be a professional BA with 3 years experience by 2025</a:t>
          </a:r>
        </a:p>
      </dsp:txBody>
      <dsp:txXfrm>
        <a:off x="1816103" y="671"/>
        <a:ext cx="4447536" cy="1572384"/>
      </dsp:txXfrm>
    </dsp:sp>
    <dsp:sp modelId="{16379A93-A693-4F86-92B9-20AAA2999C5C}">
      <dsp:nvSpPr>
        <dsp:cNvPr id="0" name=""/>
        <dsp:cNvSpPr/>
      </dsp:nvSpPr>
      <dsp:spPr>
        <a:xfrm>
          <a:off x="0" y="1966151"/>
          <a:ext cx="6263640" cy="1572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60FA17-0A42-4486-AA8E-0C76FBC546B6}">
      <dsp:nvSpPr>
        <dsp:cNvPr id="0" name=""/>
        <dsp:cNvSpPr/>
      </dsp:nvSpPr>
      <dsp:spPr>
        <a:xfrm>
          <a:off x="475646" y="2319938"/>
          <a:ext cx="864811" cy="8648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DD2777-F27A-4E61-8B73-F88331160A0C}">
      <dsp:nvSpPr>
        <dsp:cNvPr id="0" name=""/>
        <dsp:cNvSpPr/>
      </dsp:nvSpPr>
      <dsp:spPr>
        <a:xfrm>
          <a:off x="1816103" y="1966151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To be adept at Microsoft Excel, Power BI.</a:t>
          </a:r>
        </a:p>
      </dsp:txBody>
      <dsp:txXfrm>
        <a:off x="1816103" y="1966151"/>
        <a:ext cx="4447536" cy="1572384"/>
      </dsp:txXfrm>
    </dsp:sp>
    <dsp:sp modelId="{F1816798-7B78-4E8F-AF4F-A1D29D0DE767}">
      <dsp:nvSpPr>
        <dsp:cNvPr id="0" name=""/>
        <dsp:cNvSpPr/>
      </dsp:nvSpPr>
      <dsp:spPr>
        <a:xfrm>
          <a:off x="0" y="3931632"/>
          <a:ext cx="6263640" cy="1572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968EE9-E89F-4FB3-822A-0844F8F48B1D}">
      <dsp:nvSpPr>
        <dsp:cNvPr id="0" name=""/>
        <dsp:cNvSpPr/>
      </dsp:nvSpPr>
      <dsp:spPr>
        <a:xfrm>
          <a:off x="475646" y="4285418"/>
          <a:ext cx="864811" cy="8648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8C12FF-D235-4A44-9A76-0C2B900B1887}">
      <dsp:nvSpPr>
        <dsp:cNvPr id="0" name=""/>
        <dsp:cNvSpPr/>
      </dsp:nvSpPr>
      <dsp:spPr>
        <a:xfrm>
          <a:off x="1816103" y="3931632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To have designed and initiated several minor projects and 3 major projects</a:t>
          </a:r>
        </a:p>
      </dsp:txBody>
      <dsp:txXfrm>
        <a:off x="1816103" y="3931632"/>
        <a:ext cx="4447536" cy="15723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F1AA8-8D2E-7895-34C9-8301E788B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022D36-88BF-8A40-655A-4F1925357E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01FEE-8828-86BD-BCB1-EC7EFF1DC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CB1DA-F41F-4236-812B-B7BA1D7DD1E0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10D97-4958-0539-8E25-C2E04D44B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D9D68-FB60-AAEB-FB2C-2A99939EC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2BB7-F68F-43B1-A00B-41696D092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303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1AC47-6A5D-98C7-45A6-6886FDE73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B035B-22FF-D95E-DACC-3931F0A9E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8A0A7-BD0B-BFC8-1B80-43F22BE1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CB1DA-F41F-4236-812B-B7BA1D7DD1E0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F4603-7B8A-C4E3-3E1B-200229703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DCE62-B843-3295-1513-CB5EBB3A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2BB7-F68F-43B1-A00B-41696D092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212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8288E-E868-815E-AE0A-768C3C0B8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8AB83-6E6F-4F49-A0F4-C020241DC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3EDEC-82DE-82A1-3815-BB9FA9E34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CB1DA-F41F-4236-812B-B7BA1D7DD1E0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37A9F-4A80-F975-C89D-D8823B065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71ABA-7A47-6C26-473C-A04E50C98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2BB7-F68F-43B1-A00B-41696D092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823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3749E-DD95-25C9-23B5-3A6983C2A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B3D14-B6FD-0965-A761-19A7CEEF9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A98C92-F007-04C6-408D-EABD3A12AA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F89CB-0A9C-D342-B290-1C958A249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CB1DA-F41F-4236-812B-B7BA1D7DD1E0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8AE24-BEE0-70AB-D38A-3FEC1DA9F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3E2F45-077E-DFF4-595E-72DE6118D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2BB7-F68F-43B1-A00B-41696D092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05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AB362-9D78-B538-865C-8AD8BDC26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53553-35BB-4D7E-4C54-F41D1D93E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CDF7F0-4E35-6B07-9D15-192DFB182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8A0EBB-EDA2-4ACE-DB1F-516EF3C32B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F4C6EF-E16E-166B-6A32-A956CB284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C1CF6F-E5D2-AEDD-879A-1DDF119D9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CB1DA-F41F-4236-812B-B7BA1D7DD1E0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E72BFB-4C36-BAAD-F80F-CBC5E2408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885080-A145-A29B-5D10-B3FAB597A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2BB7-F68F-43B1-A00B-41696D092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09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E5BDC-C51C-BE1A-068C-09975FF09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1F74BF-1EB9-D5A2-A944-886412BC5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CB1DA-F41F-4236-812B-B7BA1D7DD1E0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16B5F0-BA45-39B2-36C5-0DACD81FF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DAC68C-D0BC-8DF9-A82C-18796DF23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2BB7-F68F-43B1-A00B-41696D092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062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A8739-3061-AA4D-9033-0E08B72C6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CB1DA-F41F-4236-812B-B7BA1D7DD1E0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0255A1-3CC1-B3E0-05B6-69291D8B7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A4511-8FB0-DBD1-B0B9-3445B722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2BB7-F68F-43B1-A00B-41696D092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317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28710-F71B-57E7-DB18-8B8E40313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47D33-0284-0968-132B-AE410AAE5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5965C7-1A23-9E0B-44F5-9D30BF173C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D3B942-E86E-C60F-AEA2-01BEA7F50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CB1DA-F41F-4236-812B-B7BA1D7DD1E0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E6DECC-3CC8-71D6-490F-AFBB961C0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AA560-45DD-42A2-487A-712826EB4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2BB7-F68F-43B1-A00B-41696D092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981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27517-0C13-BBEA-0497-DEA072CB1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D67D69-5E53-AFC3-875E-8D2D0E9B87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AAC773-F2FF-C6DA-40E2-2D58DCD9AD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BAC52-906F-3D2B-83D3-731E2F3DA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CB1DA-F41F-4236-812B-B7BA1D7DD1E0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9FA87-38ED-8176-E692-2AF5596D7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1242F7-544F-2DF8-1F34-21641263C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2BB7-F68F-43B1-A00B-41696D092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594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B3FD7-D739-F787-22B8-91E0C4A6A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63CF6E-A745-0146-7B02-752930026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3952E-D970-629A-A49F-856B29FE7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CB1DA-F41F-4236-812B-B7BA1D7DD1E0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A271D-3235-A5EC-4AB2-1947C5447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E6487-9937-CC22-B9F3-E95FD0706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2BB7-F68F-43B1-A00B-41696D092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314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098D04-8C64-78CD-8EAF-0840395D9A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60AF3A-6F6C-C08C-75E2-67E0BA29C0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FC4D5-0747-4DB4-9CC0-B989B8624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CB1DA-F41F-4236-812B-B7BA1D7DD1E0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D1906-605E-832B-426F-59B92A08C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1CD27-03DB-28CF-D2E8-3DD4ADDF0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2BB7-F68F-43B1-A00B-41696D092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128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1F9D9C-A7F2-5FE7-783A-D78BD4489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228A8-D077-3A4F-F701-2775F0AC4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87BFB-A28D-A86E-17BF-C945AAA3C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CB1DA-F41F-4236-812B-B7BA1D7DD1E0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CDBAE-7FD2-D472-A4BD-BA4CEAA43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BC506-F8CC-8CBC-042F-7A9D59031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B2BB7-F68F-43B1-A00B-41696D092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512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7AA351-FE11-A42A-303A-51A719798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BECOME A BUSINESS: A 3-YEAR PLAN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B46F9B-8A0C-CF39-2391-002C637D4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MAYOWA</a:t>
            </a:r>
          </a:p>
        </p:txBody>
      </p:sp>
    </p:spTree>
    <p:extLst>
      <p:ext uri="{BB962C8B-B14F-4D97-AF65-F5344CB8AC3E}">
        <p14:creationId xmlns:p14="http://schemas.microsoft.com/office/powerpoint/2010/main" val="4062147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819A166-7571-4003-A6B8-B62034C3E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0932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9B7AF2-326E-AFD6-CAC9-7D96DB248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1" y="620392"/>
            <a:ext cx="3808268" cy="5504688"/>
          </a:xfrm>
        </p:spPr>
        <p:txBody>
          <a:bodyPr>
            <a:normAutofit/>
          </a:bodyPr>
          <a:lstStyle/>
          <a:p>
            <a:r>
              <a:rPr lang="en-US" sz="6000">
                <a:solidFill>
                  <a:schemeClr val="bg1"/>
                </a:solidFill>
              </a:rPr>
              <a:t>CURRENT STATE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8474D2-EE55-389A-3930-2783E2DFBE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4902994"/>
              </p:ext>
            </p:extLst>
          </p:nvPr>
        </p:nvGraphicFramePr>
        <p:xfrm>
          <a:off x="5468389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9791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819A166-7571-4003-A6B8-B62034C3E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0932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EA948A-224F-37D3-9A52-6439D98E9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1" y="620392"/>
            <a:ext cx="3808268" cy="5504688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GOALS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07AA12-D317-1503-3436-1D8846C20C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7335457"/>
              </p:ext>
            </p:extLst>
          </p:nvPr>
        </p:nvGraphicFramePr>
        <p:xfrm>
          <a:off x="5468389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6814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E63F1C-8574-5CE1-3851-0BAEAD34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ACTION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AAB4C-B69B-48BA-564F-5D184C997F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Short Term (&lt; 1 year)</a:t>
            </a:r>
          </a:p>
          <a:p>
            <a:r>
              <a:rPr lang="en-US" sz="2000" dirty="0"/>
              <a:t>Take Microsoft Excel courses</a:t>
            </a:r>
          </a:p>
          <a:p>
            <a:r>
              <a:rPr lang="en-US" sz="2000" dirty="0"/>
              <a:t>Take Power BI courses</a:t>
            </a:r>
          </a:p>
          <a:p>
            <a:r>
              <a:rPr lang="en-US" sz="2000" dirty="0"/>
              <a:t>Watch several videos</a:t>
            </a:r>
          </a:p>
          <a:p>
            <a:endParaRPr lang="en-US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29CD45-41E3-2F68-868E-3A7610D75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197701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Long Term (&gt; 1 year)</a:t>
            </a:r>
          </a:p>
          <a:p>
            <a:pPr marL="0" indent="0">
              <a:buNone/>
            </a:pPr>
            <a:r>
              <a:rPr lang="en-US" sz="2000" dirty="0"/>
              <a:t>Gain mastery of the following:</a:t>
            </a:r>
          </a:p>
          <a:p>
            <a:pPr marL="628650" lvl="1" indent="-171450"/>
            <a:r>
              <a:rPr lang="en-US" sz="1800" dirty="0"/>
              <a:t>Conducting Needs Analysis</a:t>
            </a:r>
          </a:p>
          <a:p>
            <a:pPr marL="628650" lvl="1" indent="-171450"/>
            <a:r>
              <a:rPr lang="en-US" sz="1800" dirty="0"/>
              <a:t>Project Management</a:t>
            </a:r>
          </a:p>
          <a:p>
            <a:pPr marL="628650" lvl="1" indent="-171450"/>
            <a:r>
              <a:rPr lang="en-US" sz="1800" dirty="0"/>
              <a:t>Process management</a:t>
            </a:r>
          </a:p>
          <a:p>
            <a:pPr marL="628650" lvl="1" indent="-171450"/>
            <a:r>
              <a:rPr lang="en-US" sz="1800" dirty="0"/>
              <a:t>Change management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63347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055508-19E4-294D-B4DD-CEF8CDEEA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DESIRED OUTCOME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67EA0-310E-E68B-A36F-6BD54950D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862" y="1719618"/>
            <a:ext cx="5948831" cy="433462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EFFFF"/>
                </a:solidFill>
              </a:rPr>
              <a:t>To be able to bridge the gap between IT and the business using data analytics to assess processes, determine requirements, and deliver data-driven recommendations and reports to executives and stakeholders across any sector.</a:t>
            </a:r>
          </a:p>
        </p:txBody>
      </p:sp>
    </p:spTree>
    <p:extLst>
      <p:ext uri="{BB962C8B-B14F-4D97-AF65-F5344CB8AC3E}">
        <p14:creationId xmlns:p14="http://schemas.microsoft.com/office/powerpoint/2010/main" val="2543373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138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BECOME A BUSINESS: A 3-YEAR PLAN</vt:lpstr>
      <vt:lpstr>CURRENT STATE</vt:lpstr>
      <vt:lpstr>GOALS</vt:lpstr>
      <vt:lpstr>ACTION PLAN</vt:lpstr>
      <vt:lpstr>DESIRED OUTCOME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BECOME A BUSINESS: A 3-YEAR PLAN</dc:title>
  <dc:creator>Mayowa Osifeko</dc:creator>
  <cp:lastModifiedBy>Mayowa Osifeko</cp:lastModifiedBy>
  <cp:revision>2</cp:revision>
  <dcterms:created xsi:type="dcterms:W3CDTF">2022-10-07T08:46:27Z</dcterms:created>
  <dcterms:modified xsi:type="dcterms:W3CDTF">2022-10-07T08:59:09Z</dcterms:modified>
</cp:coreProperties>
</file>