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56" r:id="rId5"/>
    <p:sldId id="309" r:id="rId6"/>
    <p:sldId id="329" r:id="rId7"/>
    <p:sldId id="331" r:id="rId8"/>
    <p:sldId id="330" r:id="rId9"/>
    <p:sldId id="33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orient="horz" pos="1776" userDrawn="1">
          <p15:clr>
            <a:srgbClr val="A4A3A4"/>
          </p15:clr>
        </p15:guide>
        <p15:guide id="4" orient="horz" pos="3240" userDrawn="1">
          <p15:clr>
            <a:srgbClr val="A4A3A4"/>
          </p15:clr>
        </p15:guide>
        <p15:guide id="5" pos="3840">
          <p15:clr>
            <a:srgbClr val="A4A3A4"/>
          </p15:clr>
        </p15:guide>
        <p15:guide id="6" pos="5664" userDrawn="1">
          <p15:clr>
            <a:srgbClr val="A4A3A4"/>
          </p15:clr>
        </p15:guide>
        <p15:guide id="7" pos="1536" userDrawn="1">
          <p15:clr>
            <a:srgbClr val="A4A3A4"/>
          </p15:clr>
        </p15:guide>
        <p15:guide id="8" orient="horz" pos="72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19"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921"/>
    <a:srgbClr val="BF8641"/>
    <a:srgbClr val="D98D30"/>
    <a:srgbClr val="BF67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372" y="108"/>
      </p:cViewPr>
      <p:guideLst>
        <p:guide orient="horz" pos="1080"/>
        <p:guide orient="horz" pos="1776"/>
        <p:guide orient="horz" pos="3240"/>
        <p:guide pos="3840"/>
        <p:guide pos="5664"/>
        <p:guide pos="1536"/>
        <p:guide orient="horz" pos="720"/>
      </p:guideLst>
    </p:cSldViewPr>
  </p:slideViewPr>
  <p:notesTextViewPr>
    <p:cViewPr>
      <p:scale>
        <a:sx n="1" d="1"/>
        <a:sy n="1" d="1"/>
      </p:scale>
      <p:origin x="0" y="0"/>
    </p:cViewPr>
  </p:notesTextViewPr>
  <p:sorterViewPr>
    <p:cViewPr>
      <p:scale>
        <a:sx n="1" d="1"/>
        <a:sy n="1" d="1"/>
      </p:scale>
      <p:origin x="0" y="-1071"/>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BDD37D-224E-4A2E-8417-8C17D4A5C8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EB1C7EA-584A-4063-BBF8-F1D2973497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CE17B7C-60D9-405F-8753-390BD5F55D7A}" type="datetimeFigureOut">
              <a:rPr lang="en-US" smtClean="0"/>
              <a:t>10/19/2022</a:t>
            </a:fld>
            <a:endParaRPr lang="en-US" dirty="0"/>
          </a:p>
        </p:txBody>
      </p:sp>
      <p:sp>
        <p:nvSpPr>
          <p:cNvPr id="4" name="Footer Placeholder 3">
            <a:extLst>
              <a:ext uri="{FF2B5EF4-FFF2-40B4-BE49-F238E27FC236}">
                <a16:creationId xmlns:a16="http://schemas.microsoft.com/office/drawing/2014/main" id="{E22F4596-F6B6-4D9D-B156-71CCDAE4E8C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E234F26-69E4-4D77-8646-C93DD1E0AC4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68A390-5D0E-4E62-98EC-976C3766C450}" type="slidenum">
              <a:rPr lang="en-US" smtClean="0"/>
              <a:t>‹#›</a:t>
            </a:fld>
            <a:endParaRPr lang="en-US" dirty="0"/>
          </a:p>
        </p:txBody>
      </p:sp>
    </p:spTree>
    <p:extLst>
      <p:ext uri="{BB962C8B-B14F-4D97-AF65-F5344CB8AC3E}">
        <p14:creationId xmlns:p14="http://schemas.microsoft.com/office/powerpoint/2010/main" val="2342274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B3ADA9-1F11-4760-8ADD-071EFA0A529A}" type="datetimeFigureOut">
              <a:rPr lang="en-US" smtClean="0"/>
              <a:t>10/19/2022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3784F3-2271-4F8D-A0BC-8F40E6849FE5}" type="slidenum">
              <a:rPr lang="en-US" smtClean="0"/>
              <a:t>‹#›</a:t>
            </a:fld>
            <a:endParaRPr lang="en-US" dirty="0"/>
          </a:p>
        </p:txBody>
      </p:sp>
    </p:spTree>
    <p:extLst>
      <p:ext uri="{BB962C8B-B14F-4D97-AF65-F5344CB8AC3E}">
        <p14:creationId xmlns:p14="http://schemas.microsoft.com/office/powerpoint/2010/main" val="1341245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BDD9099-6901-40BC-B1DA-AD6ADD5C6099}"/>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userDrawn="1">
            <p:ph type="ctrTitle"/>
          </p:nvPr>
        </p:nvSpPr>
        <p:spPr>
          <a:xfrm>
            <a:off x="458724" y="4524231"/>
            <a:ext cx="11274552" cy="1162499"/>
          </a:xfrm>
          <a:solidFill>
            <a:schemeClr val="tx1">
              <a:alpha val="10000"/>
            </a:schemeClr>
          </a:solidFill>
          <a:ln w="38100">
            <a:solidFill>
              <a:schemeClr val="tx2"/>
            </a:solidFill>
          </a:ln>
        </p:spPr>
        <p:txBody>
          <a:bodyPr lIns="274320" anchor="ctr">
            <a:normAutofit/>
          </a:bodyPr>
          <a:lstStyle>
            <a:lvl1pPr algn="l">
              <a:lnSpc>
                <a:spcPct val="108000"/>
              </a:lnSpc>
              <a:defRPr sz="4400" spc="100" baseline="0">
                <a:solidFill>
                  <a:schemeClr val="accent5">
                    <a:lumMod val="20000"/>
                    <a:lumOff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3D32955-BB06-40DE-A14A-2170FD41AD52}"/>
              </a:ext>
            </a:extLst>
          </p:cNvPr>
          <p:cNvSpPr>
            <a:spLocks noGrp="1"/>
          </p:cNvSpPr>
          <p:nvPr userDrawn="1">
            <p:ph type="subTitle" idx="1" hasCustomPrompt="1"/>
          </p:nvPr>
        </p:nvSpPr>
        <p:spPr>
          <a:xfrm>
            <a:off x="458723" y="5686727"/>
            <a:ext cx="5637271" cy="692639"/>
          </a:xfrm>
          <a:solidFill>
            <a:schemeClr val="tx1">
              <a:alpha val="10000"/>
            </a:schemeClr>
          </a:solidFill>
          <a:ln w="38100">
            <a:solidFill>
              <a:schemeClr val="tx2"/>
            </a:solidFill>
          </a:ln>
        </p:spPr>
        <p:txBody>
          <a:bodyPr lIns="274320" anchor="ctr">
            <a:normAutofit/>
          </a:bodyPr>
          <a:lstStyle>
            <a:lvl1pPr marL="0" indent="0" algn="l">
              <a:lnSpc>
                <a:spcPct val="108000"/>
              </a:lnSpc>
              <a:spcBef>
                <a:spcPts val="0"/>
              </a:spcBef>
              <a:buNone/>
              <a:defRPr sz="1800" cap="all" spc="100" baseline="0">
                <a:solidFill>
                  <a:schemeClr val="accent5">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a:t>
            </a:r>
          </a:p>
        </p:txBody>
      </p:sp>
      <p:sp>
        <p:nvSpPr>
          <p:cNvPr id="9" name="Text Placeholder 8">
            <a:extLst>
              <a:ext uri="{FF2B5EF4-FFF2-40B4-BE49-F238E27FC236}">
                <a16:creationId xmlns:a16="http://schemas.microsoft.com/office/drawing/2014/main" id="{AEC85266-52B0-409F-8CE4-E444E424D5E1}"/>
              </a:ext>
            </a:extLst>
          </p:cNvPr>
          <p:cNvSpPr>
            <a:spLocks noGrp="1"/>
          </p:cNvSpPr>
          <p:nvPr userDrawn="1">
            <p:ph type="body" sz="quarter" idx="13" hasCustomPrompt="1"/>
          </p:nvPr>
        </p:nvSpPr>
        <p:spPr>
          <a:xfrm>
            <a:off x="6095993" y="5686727"/>
            <a:ext cx="5637269" cy="692638"/>
          </a:xfrm>
          <a:solidFill>
            <a:schemeClr val="tx1">
              <a:alpha val="10000"/>
            </a:schemeClr>
          </a:solidFill>
          <a:ln w="38100">
            <a:solidFill>
              <a:schemeClr val="tx2"/>
            </a:solidFill>
          </a:ln>
        </p:spPr>
        <p:txBody>
          <a:bodyPr lIns="274320" anchor="ctr">
            <a:normAutofit/>
          </a:bodyPr>
          <a:lstStyle>
            <a:lvl1pPr marL="0" indent="0" algn="l">
              <a:lnSpc>
                <a:spcPct val="108000"/>
              </a:lnSpc>
              <a:spcBef>
                <a:spcPts val="0"/>
              </a:spcBef>
              <a:buNone/>
              <a:defRPr sz="1800" cap="all" spc="100" baseline="0">
                <a:solidFill>
                  <a:schemeClr val="accent5">
                    <a:lumMod val="20000"/>
                    <a:lumOff val="80000"/>
                  </a:schemeClr>
                </a:solidFill>
              </a:defRPr>
            </a:lvl1pPr>
          </a:lstStyle>
          <a:p>
            <a:pPr lvl="0"/>
            <a:r>
              <a:rPr lang="en-US" dirty="0"/>
              <a:t>DATE</a:t>
            </a:r>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A41CBEE4-3FAE-4685-BA5D-89EE53B32DBC}"/>
              </a:ext>
            </a:extLst>
          </p:cNvPr>
          <p:cNvSpPr>
            <a:spLocks noGrp="1"/>
          </p:cNvSpPr>
          <p:nvPr>
            <p:ph type="pic" sz="quarter" idx="14"/>
          </p:nvPr>
        </p:nvSpPr>
        <p:spPr>
          <a:xfrm>
            <a:off x="1524" y="-7620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78251" y="685800"/>
            <a:ext cx="3959352" cy="5486400"/>
          </a:xfrm>
          <a:solidFill>
            <a:schemeClr val="tx2">
              <a:lumMod val="20000"/>
              <a:lumOff val="80000"/>
              <a:alpha val="90000"/>
            </a:schemeClr>
          </a:solidFill>
          <a:ln w="38100" cmpd="sng">
            <a:solidFill>
              <a:schemeClr val="accent5">
                <a:lumMod val="50000"/>
              </a:schemeClr>
            </a:solidFill>
          </a:ln>
        </p:spPr>
        <p:txBody>
          <a:bodyPr lIns="274320" tIns="457200" rIns="274320" anchor="t">
            <a:noAutofit/>
          </a:bodyPr>
          <a:lstStyle>
            <a:lvl1pPr algn="ctr">
              <a:defRPr spc="100" baseline="0">
                <a:solidFill>
                  <a:schemeClr val="accent3">
                    <a:lumMod val="25000"/>
                  </a:schemeClr>
                </a:solidFill>
              </a:defRPr>
            </a:lvl1pPr>
          </a:lstStyle>
          <a:p>
            <a:r>
              <a:rPr lang="en-US" dirty="0"/>
              <a:t>Click to edit title</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lvl1p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9" name="Text Placeholder 8">
            <a:extLst>
              <a:ext uri="{FF2B5EF4-FFF2-40B4-BE49-F238E27FC236}">
                <a16:creationId xmlns:a16="http://schemas.microsoft.com/office/drawing/2014/main" id="{6A67D98D-D4C9-49C3-B1D7-0D6F2D3371BB}"/>
              </a:ext>
            </a:extLst>
          </p:cNvPr>
          <p:cNvSpPr>
            <a:spLocks noGrp="1"/>
          </p:cNvSpPr>
          <p:nvPr>
            <p:ph type="body" sz="quarter" idx="15" hasCustomPrompt="1"/>
          </p:nvPr>
        </p:nvSpPr>
        <p:spPr>
          <a:xfrm>
            <a:off x="592551" y="800100"/>
            <a:ext cx="3730752" cy="5257800"/>
          </a:xfrm>
          <a:ln w="12700">
            <a:solidFill>
              <a:schemeClr val="tx2"/>
            </a:solidFill>
          </a:ln>
        </p:spPr>
        <p:txBody>
          <a:bodyPr lIns="274320" tIns="1371600" rIns="274320">
            <a:noAutofit/>
          </a:bodyPr>
          <a:lstStyle>
            <a:lvl1pPr marL="0" indent="0" algn="ctr">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3" name="Title 1" hidden="1">
            <a:extLst>
              <a:ext uri="{FF2B5EF4-FFF2-40B4-BE49-F238E27FC236}">
                <a16:creationId xmlns:a16="http://schemas.microsoft.com/office/drawing/2014/main" id="{3F2612BA-64D8-41EC-9F7A-0615FD68EDCA}"/>
              </a:ext>
            </a:extLst>
          </p:cNvPr>
          <p:cNvSpPr txBox="1">
            <a:spLocks/>
          </p:cNvSpPr>
          <p:nvPr userDrawn="1"/>
        </p:nvSpPr>
        <p:spPr>
          <a:xfrm>
            <a:off x="1005398" y="960120"/>
            <a:ext cx="2971800" cy="914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spc="40" baseline="0">
                <a:solidFill>
                  <a:schemeClr val="accent3">
                    <a:lumMod val="25000"/>
                  </a:schemeClr>
                </a:solidFill>
                <a:latin typeface="+mj-lt"/>
                <a:ea typeface="+mj-ea"/>
                <a:cs typeface="+mj-cs"/>
              </a:defRPr>
            </a:lvl1pPr>
          </a:lstStyle>
          <a:p>
            <a:pPr algn="ctr"/>
            <a:r>
              <a:rPr lang="en-US" spc="100" dirty="0">
                <a:latin typeface="Elephant Pro" pitchFamily="2" charset="0"/>
              </a:rPr>
              <a:t>Agenda</a:t>
            </a:r>
          </a:p>
        </p:txBody>
      </p:sp>
    </p:spTree>
    <p:extLst>
      <p:ext uri="{BB962C8B-B14F-4D97-AF65-F5344CB8AC3E}">
        <p14:creationId xmlns:p14="http://schemas.microsoft.com/office/powerpoint/2010/main" val="3426776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eet the presenter">
    <p:spTree>
      <p:nvGrpSpPr>
        <p:cNvPr id="1" name=""/>
        <p:cNvGrpSpPr/>
        <p:nvPr/>
      </p:nvGrpSpPr>
      <p:grpSpPr>
        <a:xfrm>
          <a:off x="0" y="0"/>
          <a:ext cx="0" cy="0"/>
          <a:chOff x="0" y="0"/>
          <a:chExt cx="0" cy="0"/>
        </a:xfrm>
      </p:grpSpPr>
      <p:pic>
        <p:nvPicPr>
          <p:cNvPr id="10" name="Picture 9" descr="photo of marble&#10;">
            <a:extLst>
              <a:ext uri="{FF2B5EF4-FFF2-40B4-BE49-F238E27FC236}">
                <a16:creationId xmlns:a16="http://schemas.microsoft.com/office/drawing/2014/main" id="{CEFBE0D1-09DC-41AA-9A18-E5E07B941D7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Rectangle 12">
            <a:extLst>
              <a:ext uri="{FF2B5EF4-FFF2-40B4-BE49-F238E27FC236}">
                <a16:creationId xmlns:a16="http://schemas.microsoft.com/office/drawing/2014/main" id="{01859217-510A-4C29-85EE-456A26AAC78C}"/>
              </a:ext>
            </a:extLst>
          </p:cNvPr>
          <p:cNvSpPr/>
          <p:nvPr userDrawn="1"/>
        </p:nvSpPr>
        <p:spPr>
          <a:xfrm>
            <a:off x="466163" y="457200"/>
            <a:ext cx="11274552" cy="5943600"/>
          </a:xfrm>
          <a:prstGeom prst="rect">
            <a:avLst/>
          </a:prstGeom>
          <a:solidFill>
            <a:schemeClr val="tx2">
              <a:lumMod val="20000"/>
              <a:lumOff val="80000"/>
              <a:alpha val="70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960120" y="960120"/>
            <a:ext cx="4645152" cy="914400"/>
          </a:xfrm>
        </p:spPr>
        <p:txBody>
          <a:bodyPr/>
          <a:lstStyle>
            <a:lvl1pPr algn="ctr">
              <a:defRPr>
                <a:solidFill>
                  <a:schemeClr val="accent3">
                    <a:lumMod val="2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960120" y="3962399"/>
            <a:ext cx="4617720" cy="2103120"/>
          </a:xfrm>
        </p:spPr>
        <p:txBody>
          <a:bodyPr>
            <a:normAutofit/>
          </a:bodyPr>
          <a:lstStyle>
            <a:lvl1pPr marL="0" indent="0" algn="ctr">
              <a:lnSpc>
                <a:spcPts val="2100"/>
              </a:lnSpc>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8" name="Picture Placeholder 7">
            <a:extLst>
              <a:ext uri="{FF2B5EF4-FFF2-40B4-BE49-F238E27FC236}">
                <a16:creationId xmlns:a16="http://schemas.microsoft.com/office/drawing/2014/main" id="{A3DDCF11-EBBF-48BB-8FF1-3BCC5342FE32}"/>
              </a:ext>
            </a:extLst>
          </p:cNvPr>
          <p:cNvSpPr>
            <a:spLocks noGrp="1"/>
          </p:cNvSpPr>
          <p:nvPr>
            <p:ph type="pic" sz="quarter" idx="13"/>
          </p:nvPr>
        </p:nvSpPr>
        <p:spPr>
          <a:xfrm>
            <a:off x="6316571" y="777240"/>
            <a:ext cx="5029200" cy="5303520"/>
          </a:xfrm>
          <a:solidFill>
            <a:schemeClr val="bg1"/>
          </a:solidFill>
        </p:spPr>
        <p:txBody>
          <a:bodyPr/>
          <a:lstStyle/>
          <a:p>
            <a:r>
              <a:rPr lang="en-US"/>
              <a:t>Click icon to add picture</a:t>
            </a:r>
            <a:endParaRPr lang="en-US" dirty="0"/>
          </a:p>
        </p:txBody>
      </p:sp>
      <p:sp>
        <p:nvSpPr>
          <p:cNvPr id="11" name="Text Placeholder 10">
            <a:extLst>
              <a:ext uri="{FF2B5EF4-FFF2-40B4-BE49-F238E27FC236}">
                <a16:creationId xmlns:a16="http://schemas.microsoft.com/office/drawing/2014/main" id="{C5D1F2BB-3E57-46BA-8BCC-5F9B17C8BDB3}"/>
              </a:ext>
            </a:extLst>
          </p:cNvPr>
          <p:cNvSpPr>
            <a:spLocks noGrp="1"/>
          </p:cNvSpPr>
          <p:nvPr>
            <p:ph type="body" sz="quarter" idx="14" hasCustomPrompt="1"/>
          </p:nvPr>
        </p:nvSpPr>
        <p:spPr>
          <a:xfrm>
            <a:off x="960120" y="3172968"/>
            <a:ext cx="4617720" cy="457200"/>
          </a:xfrm>
        </p:spPr>
        <p:txBody>
          <a:bodyPr>
            <a:noAutofit/>
          </a:bodyPr>
          <a:lstStyle>
            <a:lvl1pPr marL="0" indent="0" algn="ctr">
              <a:buNone/>
              <a:defRPr sz="2000" b="0" spc="300">
                <a:solidFill>
                  <a:schemeClr val="accent3">
                    <a:lumMod val="25000"/>
                  </a:schemeClr>
                </a:solidFill>
                <a:latin typeface="+mn-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NAME</a:t>
            </a:r>
          </a:p>
        </p:txBody>
      </p:sp>
      <p:pic>
        <p:nvPicPr>
          <p:cNvPr id="14" name="Graphic 13" descr="sprig icon&#10;">
            <a:extLst>
              <a:ext uri="{FF2B5EF4-FFF2-40B4-BE49-F238E27FC236}">
                <a16:creationId xmlns:a16="http://schemas.microsoft.com/office/drawing/2014/main" id="{8203CE7C-A0C4-4B19-BD99-5B8977E69417}"/>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rot="865924">
            <a:off x="2641877" y="2157078"/>
            <a:ext cx="1280160" cy="662539"/>
          </a:xfrm>
          <a:prstGeom prst="rect">
            <a:avLst/>
          </a:prstGeom>
        </p:spPr>
      </p:pic>
    </p:spTree>
    <p:extLst>
      <p:ext uri="{BB962C8B-B14F-4D97-AF65-F5344CB8AC3E}">
        <p14:creationId xmlns:p14="http://schemas.microsoft.com/office/powerpoint/2010/main" val="312884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ground">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F4FF3C43-7D8E-4810-A3BC-9AE3209111DB}"/>
              </a:ext>
            </a:extLst>
          </p:cNvPr>
          <p:cNvSpPr>
            <a:spLocks noGrp="1"/>
          </p:cNvSpPr>
          <p:nvPr>
            <p:ph type="pic" sz="quarter" idx="13"/>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1143000" y="960120"/>
            <a:ext cx="4114800" cy="914400"/>
          </a:xfrm>
        </p:spPr>
        <p:txBody>
          <a:bodyPr anchor="b">
            <a:normAutofit/>
          </a:bodyPr>
          <a:lstStyle>
            <a:lvl1pPr algn="ctr">
              <a:defRPr sz="3200">
                <a:solidFill>
                  <a:schemeClr val="accent3">
                    <a:lumMod val="2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1371600" y="3136392"/>
            <a:ext cx="3657600" cy="1627632"/>
          </a:xfrm>
        </p:spPr>
        <p:txBody>
          <a:bodyPr>
            <a:normAutofit/>
          </a:bodyPr>
          <a:lstStyle>
            <a:lvl1pPr marL="0" indent="0" algn="ctr">
              <a:lnSpc>
                <a:spcPts val="2100"/>
              </a:lnSpc>
              <a:buNone/>
              <a:defRPr sz="1400">
                <a:solidFill>
                  <a:schemeClr val="accent3">
                    <a:lumMod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1591659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reakout questions">
    <p:spTree>
      <p:nvGrpSpPr>
        <p:cNvPr id="1" name=""/>
        <p:cNvGrpSpPr/>
        <p:nvPr/>
      </p:nvGrpSpPr>
      <p:grpSpPr>
        <a:xfrm>
          <a:off x="0" y="0"/>
          <a:ext cx="0" cy="0"/>
          <a:chOff x="0" y="0"/>
          <a:chExt cx="0" cy="0"/>
        </a:xfrm>
      </p:grpSpPr>
      <p:pic>
        <p:nvPicPr>
          <p:cNvPr id="18" name="Picture 17" descr="image of marble texture">
            <a:extLst>
              <a:ext uri="{FF2B5EF4-FFF2-40B4-BE49-F238E27FC236}">
                <a16:creationId xmlns:a16="http://schemas.microsoft.com/office/drawing/2014/main" id="{DE4FCA92-4B09-4386-A95D-2823C777C5B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70056CF5-B0DF-4053-8A82-BBBE7FF686BE}"/>
              </a:ext>
            </a:extLst>
          </p:cNvPr>
          <p:cNvSpPr/>
          <p:nvPr userDrawn="1"/>
        </p:nvSpPr>
        <p:spPr>
          <a:xfrm>
            <a:off x="442118" y="457200"/>
            <a:ext cx="11274552" cy="5943600"/>
          </a:xfrm>
          <a:prstGeom prst="rect">
            <a:avLst/>
          </a:prstGeom>
          <a:solidFill>
            <a:schemeClr val="tx2">
              <a:lumMod val="20000"/>
              <a:lumOff val="80000"/>
              <a:alpha val="8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a:extLst>
              <a:ext uri="{FF2B5EF4-FFF2-40B4-BE49-F238E27FC236}">
                <a16:creationId xmlns:a16="http://schemas.microsoft.com/office/drawing/2014/main" id="{8E4B2F5F-448A-4BB9-BF2F-3CCB44D3219A}"/>
              </a:ext>
              <a:ext uri="{C183D7F6-B498-43B3-948B-1728B52AA6E4}">
                <adec:decorative xmlns:adec="http://schemas.microsoft.com/office/drawing/2017/decorative" val="1"/>
              </a:ext>
            </a:extLst>
          </p:cNvPr>
          <p:cNvGrpSpPr/>
          <p:nvPr userDrawn="1"/>
        </p:nvGrpSpPr>
        <p:grpSpPr>
          <a:xfrm>
            <a:off x="6501565" y="2471420"/>
            <a:ext cx="4809744" cy="3473216"/>
            <a:chOff x="6355080" y="2494474"/>
            <a:chExt cx="4960620" cy="3473216"/>
          </a:xfrm>
        </p:grpSpPr>
        <p:grpSp>
          <p:nvGrpSpPr>
            <p:cNvPr id="28" name="Group 27">
              <a:extLst>
                <a:ext uri="{FF2B5EF4-FFF2-40B4-BE49-F238E27FC236}">
                  <a16:creationId xmlns:a16="http://schemas.microsoft.com/office/drawing/2014/main" id="{06457872-52AD-4B0D-A773-AA48B3B219D3}"/>
                </a:ext>
              </a:extLst>
            </p:cNvPr>
            <p:cNvGrpSpPr/>
            <p:nvPr/>
          </p:nvGrpSpPr>
          <p:grpSpPr>
            <a:xfrm>
              <a:off x="6355080" y="2494474"/>
              <a:ext cx="4960620" cy="3473216"/>
              <a:chOff x="6355080" y="2180573"/>
              <a:chExt cx="4960620" cy="3473216"/>
            </a:xfrm>
          </p:grpSpPr>
          <p:cxnSp>
            <p:nvCxnSpPr>
              <p:cNvPr id="30" name="Straight Connector 29">
                <a:extLst>
                  <a:ext uri="{FF2B5EF4-FFF2-40B4-BE49-F238E27FC236}">
                    <a16:creationId xmlns:a16="http://schemas.microsoft.com/office/drawing/2014/main" id="{BD088C3C-893A-4A45-97E6-CF8230EF1DB4}"/>
                  </a:ext>
                </a:extLst>
              </p:cNvPr>
              <p:cNvCxnSpPr>
                <a:cxnSpLocks/>
              </p:cNvCxnSpPr>
              <p:nvPr/>
            </p:nvCxnSpPr>
            <p:spPr>
              <a:xfrm flipV="1">
                <a:off x="6356521" y="3332425"/>
                <a:ext cx="4959179" cy="7179"/>
              </a:xfrm>
              <a:prstGeom prst="line">
                <a:avLst/>
              </a:prstGeom>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118EF61-FF64-44B8-B5AB-D7D0700D7A55}"/>
                  </a:ext>
                </a:extLst>
              </p:cNvPr>
              <p:cNvCxnSpPr>
                <a:cxnSpLocks/>
              </p:cNvCxnSpPr>
              <p:nvPr/>
            </p:nvCxnSpPr>
            <p:spPr>
              <a:xfrm>
                <a:off x="6355080" y="4494758"/>
                <a:ext cx="4956048" cy="0"/>
              </a:xfrm>
              <a:prstGeom prst="line">
                <a:avLst/>
              </a:prstGeom>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684B867-CCAD-498D-B6E2-8981BF01EC0F}"/>
                  </a:ext>
                </a:extLst>
              </p:cNvPr>
              <p:cNvSpPr/>
              <p:nvPr/>
            </p:nvSpPr>
            <p:spPr>
              <a:xfrm>
                <a:off x="6356521" y="2180573"/>
                <a:ext cx="4950649" cy="3473216"/>
              </a:xfrm>
              <a:prstGeom prst="rect">
                <a:avLst/>
              </a:prstGeom>
              <a:noFill/>
              <a:ln w="12700">
                <a:solidFill>
                  <a:schemeClr val="accent3">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9" name="Straight Connector 28">
              <a:extLst>
                <a:ext uri="{FF2B5EF4-FFF2-40B4-BE49-F238E27FC236}">
                  <a16:creationId xmlns:a16="http://schemas.microsoft.com/office/drawing/2014/main" id="{999BD33D-A5B4-469A-9937-DE6D3611C034}"/>
                </a:ext>
              </a:extLst>
            </p:cNvPr>
            <p:cNvCxnSpPr>
              <a:cxnSpLocks/>
            </p:cNvCxnSpPr>
            <p:nvPr/>
          </p:nvCxnSpPr>
          <p:spPr>
            <a:xfrm>
              <a:off x="7838022" y="2494474"/>
              <a:ext cx="0" cy="3473216"/>
            </a:xfrm>
            <a:prstGeom prst="line">
              <a:avLst/>
            </a:prstGeom>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grpSp>
      <p:sp>
        <p:nvSpPr>
          <p:cNvPr id="8" name="Picture Placeholder 7">
            <a:extLst>
              <a:ext uri="{FF2B5EF4-FFF2-40B4-BE49-F238E27FC236}">
                <a16:creationId xmlns:a16="http://schemas.microsoft.com/office/drawing/2014/main" id="{A3DDCF11-EBBF-48BB-8FF1-3BCC5342FE32}"/>
              </a:ext>
            </a:extLst>
          </p:cNvPr>
          <p:cNvSpPr>
            <a:spLocks noGrp="1"/>
          </p:cNvSpPr>
          <p:nvPr>
            <p:ph type="pic" sz="quarter" idx="13"/>
          </p:nvPr>
        </p:nvSpPr>
        <p:spPr>
          <a:xfrm>
            <a:off x="877824" y="914400"/>
            <a:ext cx="5212080" cy="5029200"/>
          </a:xfrm>
          <a:solidFill>
            <a:schemeClr val="bg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6448508" y="960120"/>
            <a:ext cx="4905292" cy="914400"/>
          </a:xfrm>
        </p:spPr>
        <p:txBody>
          <a:bodyPr/>
          <a:lstStyle>
            <a:lvl1pPr algn="ctr">
              <a:defRPr>
                <a:solidFill>
                  <a:schemeClr val="accent3">
                    <a:lumMod val="2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183880" y="2688336"/>
            <a:ext cx="2862072" cy="713232"/>
          </a:xfrm>
        </p:spPr>
        <p:txBody>
          <a:bodyPr anchor="ctr" anchorCtr="0">
            <a:normAutofit/>
          </a:bodyPr>
          <a:lstStyle>
            <a:lvl1pPr marL="0" indent="0">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nchor="b" anchorCtr="0"/>
          <a:lstStyle>
            <a:lvl1pPr>
              <a:defRPr>
                <a:solidFill>
                  <a:schemeClr val="accent3">
                    <a:lumMod val="25000"/>
                  </a:schemeClr>
                </a:solidFill>
              </a:defRPr>
            </a:lvl1p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nchor="b" anchorCtr="0"/>
          <a:lstStyle>
            <a:lvl1pPr>
              <a:defRPr>
                <a:solidFill>
                  <a:schemeClr val="accent3">
                    <a:lumMod val="25000"/>
                  </a:schemeClr>
                </a:solidFill>
              </a:defRPr>
            </a:lvl1p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nchor="b" anchorCtr="0"/>
          <a:lstStyle>
            <a:lvl1pPr>
              <a:defRPr>
                <a:solidFill>
                  <a:schemeClr val="accent3">
                    <a:lumMod val="2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C5D1F2BB-3E57-46BA-8BCC-5F9B17C8BDB3}"/>
              </a:ext>
            </a:extLst>
          </p:cNvPr>
          <p:cNvSpPr>
            <a:spLocks noGrp="1"/>
          </p:cNvSpPr>
          <p:nvPr>
            <p:ph type="body" sz="quarter" idx="14" hasCustomPrompt="1"/>
          </p:nvPr>
        </p:nvSpPr>
        <p:spPr>
          <a:xfrm>
            <a:off x="6620256" y="2779776"/>
            <a:ext cx="786384" cy="655984"/>
          </a:xfrm>
        </p:spPr>
        <p:txBody>
          <a:bodyPr anchor="ctr" anchorCtr="0">
            <a:noAutofit/>
          </a:bodyPr>
          <a:lstStyle>
            <a:lvl1pPr marL="0" indent="0">
              <a:buNone/>
              <a:defRPr sz="3600" b="0" spc="300" baseline="30000">
                <a:solidFill>
                  <a:schemeClr val="tx2"/>
                </a:solidFill>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No.</a:t>
            </a:r>
          </a:p>
        </p:txBody>
      </p:sp>
      <p:sp>
        <p:nvSpPr>
          <p:cNvPr id="9" name="Content Placeholder 2">
            <a:extLst>
              <a:ext uri="{FF2B5EF4-FFF2-40B4-BE49-F238E27FC236}">
                <a16:creationId xmlns:a16="http://schemas.microsoft.com/office/drawing/2014/main" id="{48C13CD1-B240-4AFC-AF08-95A80AEEFEE2}"/>
              </a:ext>
            </a:extLst>
          </p:cNvPr>
          <p:cNvSpPr>
            <a:spLocks noGrp="1"/>
          </p:cNvSpPr>
          <p:nvPr>
            <p:ph idx="15" hasCustomPrompt="1"/>
          </p:nvPr>
        </p:nvSpPr>
        <p:spPr>
          <a:xfrm>
            <a:off x="8183880" y="3849624"/>
            <a:ext cx="2862072" cy="731520"/>
          </a:xfrm>
        </p:spPr>
        <p:txBody>
          <a:bodyPr anchor="ctr" anchorCtr="0">
            <a:normAutofit/>
          </a:bodyPr>
          <a:lstStyle>
            <a:lvl1pPr marL="0" indent="0">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2" name="Content Placeholder 2">
            <a:extLst>
              <a:ext uri="{FF2B5EF4-FFF2-40B4-BE49-F238E27FC236}">
                <a16:creationId xmlns:a16="http://schemas.microsoft.com/office/drawing/2014/main" id="{AEE266CC-F8CC-4C06-B1E4-3D7E399F8936}"/>
              </a:ext>
            </a:extLst>
          </p:cNvPr>
          <p:cNvSpPr>
            <a:spLocks noGrp="1"/>
          </p:cNvSpPr>
          <p:nvPr>
            <p:ph idx="17" hasCustomPrompt="1"/>
          </p:nvPr>
        </p:nvSpPr>
        <p:spPr>
          <a:xfrm>
            <a:off x="8183880" y="4992624"/>
            <a:ext cx="2862072" cy="749808"/>
          </a:xfrm>
        </p:spPr>
        <p:txBody>
          <a:bodyPr anchor="ctr" anchorCtr="0">
            <a:normAutofit/>
          </a:bodyPr>
          <a:lstStyle>
            <a:lvl1pPr marL="0" indent="0">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4" name="Text Placeholder 13">
            <a:extLst>
              <a:ext uri="{FF2B5EF4-FFF2-40B4-BE49-F238E27FC236}">
                <a16:creationId xmlns:a16="http://schemas.microsoft.com/office/drawing/2014/main" id="{CC7B8197-5533-4814-8838-67C657A3B73C}"/>
              </a:ext>
            </a:extLst>
          </p:cNvPr>
          <p:cNvSpPr>
            <a:spLocks noGrp="1"/>
          </p:cNvSpPr>
          <p:nvPr>
            <p:ph type="body" sz="quarter" idx="20" hasCustomPrompt="1"/>
          </p:nvPr>
        </p:nvSpPr>
        <p:spPr>
          <a:xfrm>
            <a:off x="7187184" y="2788920"/>
            <a:ext cx="731520" cy="731520"/>
          </a:xfrm>
        </p:spPr>
        <p:txBody>
          <a:bodyPr anchor="b" anchorCtr="0">
            <a:normAutofit/>
          </a:bodyPr>
          <a:lstStyle>
            <a:lvl1pPr marL="0" indent="0">
              <a:buNone/>
              <a:defRPr sz="560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1</a:t>
            </a:r>
          </a:p>
        </p:txBody>
      </p:sp>
      <p:sp>
        <p:nvSpPr>
          <p:cNvPr id="16" name="Text Placeholder 10">
            <a:extLst>
              <a:ext uri="{FF2B5EF4-FFF2-40B4-BE49-F238E27FC236}">
                <a16:creationId xmlns:a16="http://schemas.microsoft.com/office/drawing/2014/main" id="{5A5A7DC7-2FC5-48F8-9345-17A7C96CD257}"/>
              </a:ext>
            </a:extLst>
          </p:cNvPr>
          <p:cNvSpPr>
            <a:spLocks noGrp="1"/>
          </p:cNvSpPr>
          <p:nvPr>
            <p:ph type="body" sz="quarter" idx="21" hasCustomPrompt="1"/>
          </p:nvPr>
        </p:nvSpPr>
        <p:spPr>
          <a:xfrm>
            <a:off x="6620256" y="3840480"/>
            <a:ext cx="786384" cy="655984"/>
          </a:xfrm>
        </p:spPr>
        <p:txBody>
          <a:bodyPr anchor="b" anchorCtr="0">
            <a:noAutofit/>
          </a:bodyPr>
          <a:lstStyle>
            <a:lvl1pPr marL="0" indent="0">
              <a:buNone/>
              <a:defRPr sz="3600" b="0" spc="300" baseline="30000">
                <a:solidFill>
                  <a:schemeClr val="tx2"/>
                </a:solidFill>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No.</a:t>
            </a:r>
          </a:p>
        </p:txBody>
      </p:sp>
      <p:sp>
        <p:nvSpPr>
          <p:cNvPr id="17" name="Text Placeholder 13">
            <a:extLst>
              <a:ext uri="{FF2B5EF4-FFF2-40B4-BE49-F238E27FC236}">
                <a16:creationId xmlns:a16="http://schemas.microsoft.com/office/drawing/2014/main" id="{AF89EB7C-DC5A-461B-BA21-63D329893167}"/>
              </a:ext>
            </a:extLst>
          </p:cNvPr>
          <p:cNvSpPr>
            <a:spLocks noGrp="1"/>
          </p:cNvSpPr>
          <p:nvPr>
            <p:ph type="body" sz="quarter" idx="22" hasCustomPrompt="1"/>
          </p:nvPr>
        </p:nvSpPr>
        <p:spPr>
          <a:xfrm>
            <a:off x="7187184" y="3950208"/>
            <a:ext cx="731520" cy="731520"/>
          </a:xfrm>
        </p:spPr>
        <p:txBody>
          <a:bodyPr anchor="b" anchorCtr="0">
            <a:normAutofit/>
          </a:bodyPr>
          <a:lstStyle>
            <a:lvl1pPr marL="0" indent="0">
              <a:buNone/>
              <a:defRPr sz="560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2</a:t>
            </a:r>
          </a:p>
        </p:txBody>
      </p:sp>
      <p:sp>
        <p:nvSpPr>
          <p:cNvPr id="21" name="Text Placeholder 10">
            <a:extLst>
              <a:ext uri="{FF2B5EF4-FFF2-40B4-BE49-F238E27FC236}">
                <a16:creationId xmlns:a16="http://schemas.microsoft.com/office/drawing/2014/main" id="{1BF30512-FBFE-40CF-8565-50BAA99A4FDC}"/>
              </a:ext>
            </a:extLst>
          </p:cNvPr>
          <p:cNvSpPr>
            <a:spLocks noGrp="1"/>
          </p:cNvSpPr>
          <p:nvPr>
            <p:ph type="body" sz="quarter" idx="23" hasCustomPrompt="1"/>
          </p:nvPr>
        </p:nvSpPr>
        <p:spPr>
          <a:xfrm>
            <a:off x="6620256" y="4983480"/>
            <a:ext cx="786384" cy="655984"/>
          </a:xfrm>
        </p:spPr>
        <p:txBody>
          <a:bodyPr anchor="b" anchorCtr="0">
            <a:noAutofit/>
          </a:bodyPr>
          <a:lstStyle>
            <a:lvl1pPr marL="0" indent="0">
              <a:buNone/>
              <a:defRPr sz="3600" b="0" spc="300" baseline="30000">
                <a:solidFill>
                  <a:schemeClr val="tx2"/>
                </a:solidFill>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No.</a:t>
            </a:r>
          </a:p>
        </p:txBody>
      </p:sp>
      <p:sp>
        <p:nvSpPr>
          <p:cNvPr id="22" name="Text Placeholder 13">
            <a:extLst>
              <a:ext uri="{FF2B5EF4-FFF2-40B4-BE49-F238E27FC236}">
                <a16:creationId xmlns:a16="http://schemas.microsoft.com/office/drawing/2014/main" id="{29E43D0B-1071-466B-B883-92B9D02F09E8}"/>
              </a:ext>
            </a:extLst>
          </p:cNvPr>
          <p:cNvSpPr>
            <a:spLocks noGrp="1"/>
          </p:cNvSpPr>
          <p:nvPr>
            <p:ph type="body" sz="quarter" idx="24" hasCustomPrompt="1"/>
          </p:nvPr>
        </p:nvSpPr>
        <p:spPr>
          <a:xfrm>
            <a:off x="7187184" y="5111496"/>
            <a:ext cx="731520" cy="731520"/>
          </a:xfrm>
        </p:spPr>
        <p:txBody>
          <a:bodyPr anchor="b" anchorCtr="0">
            <a:normAutofit/>
          </a:bodyPr>
          <a:lstStyle>
            <a:lvl1pPr marL="0" indent="0">
              <a:buNone/>
              <a:defRPr sz="560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3</a:t>
            </a:r>
          </a:p>
        </p:txBody>
      </p:sp>
      <p:grpSp>
        <p:nvGrpSpPr>
          <p:cNvPr id="23" name="Group 22">
            <a:extLst>
              <a:ext uri="{FF2B5EF4-FFF2-40B4-BE49-F238E27FC236}">
                <a16:creationId xmlns:a16="http://schemas.microsoft.com/office/drawing/2014/main" id="{250BA95E-CDDF-419E-808E-3B59CA01E4E8}"/>
              </a:ext>
              <a:ext uri="{C183D7F6-B498-43B3-948B-1728B52AA6E4}">
                <adec:decorative xmlns:adec="http://schemas.microsoft.com/office/drawing/2017/decorative" val="1"/>
              </a:ext>
            </a:extLst>
          </p:cNvPr>
          <p:cNvGrpSpPr/>
          <p:nvPr userDrawn="1"/>
        </p:nvGrpSpPr>
        <p:grpSpPr>
          <a:xfrm>
            <a:off x="7009472" y="1943463"/>
            <a:ext cx="3832828" cy="2136"/>
            <a:chOff x="7009472" y="1943463"/>
            <a:chExt cx="3832828" cy="2136"/>
          </a:xfrm>
          <a:solidFill>
            <a:schemeClr val="accent3">
              <a:lumMod val="25000"/>
            </a:schemeClr>
          </a:solidFill>
        </p:grpSpPr>
        <p:cxnSp>
          <p:nvCxnSpPr>
            <p:cNvPr id="24" name="Straight Connector 23">
              <a:extLst>
                <a:ext uri="{FF2B5EF4-FFF2-40B4-BE49-F238E27FC236}">
                  <a16:creationId xmlns:a16="http://schemas.microsoft.com/office/drawing/2014/main" id="{D67A0655-E45C-49C2-AADC-0829E7E67581}"/>
                </a:ext>
              </a:extLst>
            </p:cNvPr>
            <p:cNvCxnSpPr>
              <a:cxnSpLocks/>
            </p:cNvCxnSpPr>
            <p:nvPr/>
          </p:nvCxnSpPr>
          <p:spPr>
            <a:xfrm>
              <a:off x="7009472" y="1943463"/>
              <a:ext cx="1371600" cy="0"/>
            </a:xfrm>
            <a:prstGeom prst="line">
              <a:avLst/>
            </a:prstGeom>
            <a:grpFill/>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013C2C0-9B08-4EDE-B15B-FF5C1BB55327}"/>
                </a:ext>
              </a:extLst>
            </p:cNvPr>
            <p:cNvCxnSpPr>
              <a:cxnSpLocks/>
            </p:cNvCxnSpPr>
            <p:nvPr/>
          </p:nvCxnSpPr>
          <p:spPr>
            <a:xfrm>
              <a:off x="9470700" y="1945599"/>
              <a:ext cx="1371600" cy="0"/>
            </a:xfrm>
            <a:prstGeom prst="line">
              <a:avLst/>
            </a:prstGeom>
            <a:grpFill/>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grpSp>
      <p:pic>
        <p:nvPicPr>
          <p:cNvPr id="26" name="Graphic 25" descr="sprig icon">
            <a:extLst>
              <a:ext uri="{FF2B5EF4-FFF2-40B4-BE49-F238E27FC236}">
                <a16:creationId xmlns:a16="http://schemas.microsoft.com/office/drawing/2014/main" id="{19D5E825-EB79-4044-93F6-2C3F8490132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9691531" flipH="1">
            <a:off x="8536514" y="1719135"/>
            <a:ext cx="808894" cy="359243"/>
          </a:xfrm>
          <a:prstGeom prst="rect">
            <a:avLst/>
          </a:prstGeom>
        </p:spPr>
      </p:pic>
    </p:spTree>
    <p:extLst>
      <p:ext uri="{BB962C8B-B14F-4D97-AF65-F5344CB8AC3E}">
        <p14:creationId xmlns:p14="http://schemas.microsoft.com/office/powerpoint/2010/main" val="4049759527"/>
      </p:ext>
    </p:extLst>
  </p:cSld>
  <p:clrMapOvr>
    <a:masterClrMapping/>
  </p:clrMapOvr>
  <p:extLst>
    <p:ext uri="{DCECCB84-F9BA-43D5-87BE-67443E8EF086}">
      <p15:sldGuideLst xmlns:p15="http://schemas.microsoft.com/office/powerpoint/2012/main">
        <p15:guide id="1" orient="horz" pos="17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AE52EF6E-0B58-484F-94A5-9BAA116171BF}"/>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609600" y="914400"/>
            <a:ext cx="10972800" cy="5029200"/>
          </a:xfrm>
          <a:ln w="38100">
            <a:solidFill>
              <a:schemeClr val="tx2"/>
            </a:solidFill>
          </a:ln>
        </p:spPr>
        <p:txBody>
          <a:bodyPr lIns="914400" rIns="914400" anchor="ctr">
            <a:noAutofit/>
          </a:bodyPr>
          <a:lstStyle>
            <a:lvl1pPr algn="ctr">
              <a:defRPr sz="3200">
                <a:solidFill>
                  <a:schemeClr val="tx2">
                    <a:lumMod val="20000"/>
                    <a:lumOff val="80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1066800" y="4589463"/>
            <a:ext cx="10058400" cy="585216"/>
          </a:xfrm>
        </p:spPr>
        <p:txBody>
          <a:bodyPr/>
          <a:lstStyle>
            <a:lvl1pPr marL="0" indent="0" algn="ctr">
              <a:buNone/>
              <a:defRPr sz="2400">
                <a:solidFill>
                  <a:schemeClr val="tx2">
                    <a:lumMod val="20000"/>
                    <a:lumOff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a:xfrm>
            <a:off x="457200" y="6488702"/>
            <a:ext cx="2743200" cy="182880"/>
          </a:xfrm>
        </p:spPr>
        <p:txBody>
          <a:bodyPr/>
          <a:lstStyle/>
          <a:p>
            <a:r>
              <a:rPr lang="en-US" dirty="0"/>
              <a:t>20XX</a:t>
            </a:r>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a:xfrm>
            <a:off x="8995608" y="6488702"/>
            <a:ext cx="2743200" cy="182880"/>
          </a:xfrm>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870591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ypothesis">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EEE5B85B-2CE4-49C6-A626-897037552E6D}"/>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FE9E034D-C1DD-48C0-BB6B-FDC6F8EBA558}"/>
              </a:ext>
            </a:extLst>
          </p:cNvPr>
          <p:cNvSpPr>
            <a:spLocks noGrp="1"/>
          </p:cNvSpPr>
          <p:nvPr>
            <p:ph type="title"/>
          </p:nvPr>
        </p:nvSpPr>
        <p:spPr>
          <a:xfrm>
            <a:off x="4270248" y="1280160"/>
            <a:ext cx="3657600" cy="914400"/>
          </a:xfrm>
        </p:spPr>
        <p:txBody>
          <a:bodyPr/>
          <a:lstStyle>
            <a:lvl1pPr algn="ctr">
              <a:defRPr>
                <a:solidFill>
                  <a:schemeClr val="accent3"/>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p:nvPr>
        </p:nvSpPr>
        <p:spPr>
          <a:xfrm>
            <a:off x="4270248" y="2642616"/>
            <a:ext cx="3657600" cy="1078992"/>
          </a:xfrm>
        </p:spPr>
        <p:txBody>
          <a:bodyPr anchor="t">
            <a:normAutofit/>
          </a:bodyPr>
          <a:lstStyle>
            <a:lvl1pPr marL="0" indent="0" algn="ctr">
              <a:lnSpc>
                <a:spcPts val="2100"/>
              </a:lnSpc>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p:nvPr>
        </p:nvSpPr>
        <p:spPr>
          <a:xfrm>
            <a:off x="4270248" y="4315968"/>
            <a:ext cx="3657600" cy="822960"/>
          </a:xfrm>
        </p:spPr>
        <p:txBody>
          <a:bodyPr anchor="t">
            <a:normAutofit/>
          </a:bodyPr>
          <a:lstStyle>
            <a:lvl1pPr marL="0" indent="0" algn="ctr">
              <a:lnSpc>
                <a:spcPts val="2100"/>
              </a:lnSpc>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lvl1pPr>
          </a:lstStyle>
          <a:p>
            <a:r>
              <a:rPr lang="en-US" dirty="0"/>
              <a:t>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p>
            <a:r>
              <a:rPr lang="en-US" dirty="0"/>
              <a:t>Conference presentation</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875829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ercentag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454152" y="749808"/>
            <a:ext cx="11283696" cy="914400"/>
          </a:xfrm>
        </p:spPr>
        <p:txBody>
          <a:bodyPr anchor="ctr"/>
          <a:lstStyle>
            <a:lvl1pPr algn="ctr">
              <a:defRPr sz="32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876300" y="2317750"/>
            <a:ext cx="2377440" cy="3540125"/>
          </a:xfrm>
        </p:spPr>
        <p:txBody>
          <a:bodyPr>
            <a:normAutofit/>
          </a:bodyPr>
          <a:lstStyle>
            <a:lvl1pPr marL="0" indent="0">
              <a:buNone/>
              <a:defRPr sz="1400">
                <a:solidFill>
                  <a:schemeClr val="accent3"/>
                </a:solidFill>
              </a:defRPr>
            </a:lvl1pPr>
            <a:lvl2pPr marL="457200" indent="0">
              <a:buNone/>
              <a:defRPr sz="1400">
                <a:solidFill>
                  <a:schemeClr val="accent3"/>
                </a:solidFill>
              </a:defRPr>
            </a:lvl2pPr>
            <a:lvl3pPr marL="914400" indent="0">
              <a:buNone/>
              <a:defRPr sz="1400">
                <a:solidFill>
                  <a:schemeClr val="accent3"/>
                </a:solidFill>
              </a:defRPr>
            </a:lvl3pPr>
            <a:lvl4pPr marL="1371600" indent="0">
              <a:buNone/>
              <a:defRPr sz="1400">
                <a:solidFill>
                  <a:schemeClr val="accent3"/>
                </a:solidFill>
              </a:defRPr>
            </a:lvl4pPr>
            <a:lvl5pPr marL="1828800" indent="0">
              <a:buNone/>
              <a:defRPr sz="1400">
                <a:solidFill>
                  <a:schemeClr val="accent3"/>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Conference presentation</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8" name="Content Placeholder 2">
            <a:extLst>
              <a:ext uri="{FF2B5EF4-FFF2-40B4-BE49-F238E27FC236}">
                <a16:creationId xmlns:a16="http://schemas.microsoft.com/office/drawing/2014/main" id="{9F79AF1F-7242-4F30-8C34-3161A601D69C}"/>
              </a:ext>
            </a:extLst>
          </p:cNvPr>
          <p:cNvSpPr>
            <a:spLocks noGrp="1"/>
          </p:cNvSpPr>
          <p:nvPr>
            <p:ph idx="13"/>
          </p:nvPr>
        </p:nvSpPr>
        <p:spPr>
          <a:xfrm>
            <a:off x="8943975" y="2317749"/>
            <a:ext cx="2377440" cy="3540125"/>
          </a:xfrm>
        </p:spPr>
        <p:txBody>
          <a:bodyPr>
            <a:normAutofit/>
          </a:bodyPr>
          <a:lstStyle>
            <a:lvl1pPr marL="0" indent="0">
              <a:buNone/>
              <a:defRPr sz="1400">
                <a:solidFill>
                  <a:schemeClr val="accent3"/>
                </a:solidFill>
              </a:defRPr>
            </a:lvl1pPr>
            <a:lvl2pPr marL="457200" indent="0">
              <a:buNone/>
              <a:defRPr sz="1400">
                <a:solidFill>
                  <a:schemeClr val="accent3"/>
                </a:solidFill>
              </a:defRPr>
            </a:lvl2pPr>
            <a:lvl3pPr marL="914400" indent="0">
              <a:buNone/>
              <a:defRPr sz="1400">
                <a:solidFill>
                  <a:schemeClr val="accent3"/>
                </a:solidFill>
              </a:defRPr>
            </a:lvl3pPr>
            <a:lvl4pPr marL="1371600" indent="0">
              <a:buNone/>
              <a:defRPr sz="1400">
                <a:solidFill>
                  <a:schemeClr val="accent3"/>
                </a:solidFill>
              </a:defRPr>
            </a:lvl4pPr>
            <a:lvl5pPr marL="1828800" indent="0">
              <a:buNone/>
              <a:defRPr sz="1400">
                <a:solidFill>
                  <a:schemeClr val="accent3"/>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651CEFA7-BDAC-4AF4-9581-D5F23678BD4A}"/>
              </a:ext>
            </a:extLst>
          </p:cNvPr>
          <p:cNvSpPr>
            <a:spLocks noGrp="1"/>
          </p:cNvSpPr>
          <p:nvPr>
            <p:ph idx="14"/>
          </p:nvPr>
        </p:nvSpPr>
        <p:spPr>
          <a:xfrm>
            <a:off x="6254750" y="2317748"/>
            <a:ext cx="2377440" cy="3540125"/>
          </a:xfrm>
        </p:spPr>
        <p:txBody>
          <a:bodyPr>
            <a:normAutofit/>
          </a:bodyPr>
          <a:lstStyle>
            <a:lvl1pPr marL="0" indent="0">
              <a:buNone/>
              <a:defRPr sz="1400">
                <a:solidFill>
                  <a:schemeClr val="accent3"/>
                </a:solidFill>
              </a:defRPr>
            </a:lvl1pPr>
            <a:lvl2pPr marL="457200" indent="0">
              <a:buNone/>
              <a:defRPr sz="1400">
                <a:solidFill>
                  <a:schemeClr val="accent3"/>
                </a:solidFill>
              </a:defRPr>
            </a:lvl2pPr>
            <a:lvl3pPr marL="914400" indent="0">
              <a:buNone/>
              <a:defRPr sz="1400">
                <a:solidFill>
                  <a:schemeClr val="accent3"/>
                </a:solidFill>
              </a:defRPr>
            </a:lvl3pPr>
            <a:lvl4pPr marL="1371600" indent="0">
              <a:buNone/>
              <a:defRPr sz="1400">
                <a:solidFill>
                  <a:schemeClr val="accent3"/>
                </a:solidFill>
              </a:defRPr>
            </a:lvl4pPr>
            <a:lvl5pPr marL="1828800" indent="0">
              <a:buNone/>
              <a:defRPr sz="1400">
                <a:solidFill>
                  <a:schemeClr val="accent3"/>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A3BA914A-7D10-4F7D-B226-5324D5329F71}"/>
              </a:ext>
            </a:extLst>
          </p:cNvPr>
          <p:cNvSpPr>
            <a:spLocks noGrp="1"/>
          </p:cNvSpPr>
          <p:nvPr>
            <p:ph idx="15"/>
          </p:nvPr>
        </p:nvSpPr>
        <p:spPr>
          <a:xfrm>
            <a:off x="3565525" y="2317748"/>
            <a:ext cx="2377440" cy="3540125"/>
          </a:xfrm>
        </p:spPr>
        <p:txBody>
          <a:bodyPr>
            <a:normAutofit/>
          </a:bodyPr>
          <a:lstStyle>
            <a:lvl1pPr marL="0" indent="0">
              <a:buNone/>
              <a:defRPr sz="1400">
                <a:solidFill>
                  <a:schemeClr val="accent3"/>
                </a:solidFill>
              </a:defRPr>
            </a:lvl1pPr>
            <a:lvl2pPr marL="457200" indent="0">
              <a:buNone/>
              <a:defRPr sz="1400">
                <a:solidFill>
                  <a:schemeClr val="accent3"/>
                </a:solidFill>
              </a:defRPr>
            </a:lvl2pPr>
            <a:lvl3pPr marL="914400" indent="0">
              <a:buNone/>
              <a:defRPr sz="1400">
                <a:solidFill>
                  <a:schemeClr val="accent3"/>
                </a:solidFill>
              </a:defRPr>
            </a:lvl3pPr>
            <a:lvl4pPr marL="1371600" indent="0">
              <a:buNone/>
              <a:defRPr sz="1400">
                <a:solidFill>
                  <a:schemeClr val="accent3"/>
                </a:solidFill>
              </a:defRPr>
            </a:lvl4pPr>
            <a:lvl5pPr marL="1828800" indent="0">
              <a:buNone/>
              <a:defRPr sz="1400">
                <a:solidFill>
                  <a:schemeClr val="accent3"/>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A111B60-CB4D-4836-B3B0-99E3A740B087}"/>
              </a:ext>
            </a:extLst>
          </p:cNvPr>
          <p:cNvCxnSpPr>
            <a:cxnSpLocks/>
          </p:cNvCxnSpPr>
          <p:nvPr userDrawn="1"/>
        </p:nvCxnSpPr>
        <p:spPr>
          <a:xfrm>
            <a:off x="6781800" y="1992404"/>
            <a:ext cx="29337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6077C5C-B350-49D7-9F72-CC7402D7F3AF}"/>
              </a:ext>
            </a:extLst>
          </p:cNvPr>
          <p:cNvCxnSpPr>
            <a:cxnSpLocks/>
          </p:cNvCxnSpPr>
          <p:nvPr userDrawn="1"/>
        </p:nvCxnSpPr>
        <p:spPr>
          <a:xfrm>
            <a:off x="2479675" y="1992404"/>
            <a:ext cx="3006725"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3" name="Graphic 12" descr="sprig icon">
            <a:extLst>
              <a:ext uri="{FF2B5EF4-FFF2-40B4-BE49-F238E27FC236}">
                <a16:creationId xmlns:a16="http://schemas.microsoft.com/office/drawing/2014/main" id="{3455B0EC-C4D6-4967-AA15-F5B9787992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9691531" flipH="1">
            <a:off x="5678556" y="1759981"/>
            <a:ext cx="914400" cy="406100"/>
          </a:xfrm>
          <a:prstGeom prst="rect">
            <a:avLst/>
          </a:prstGeom>
        </p:spPr>
      </p:pic>
    </p:spTree>
    <p:extLst>
      <p:ext uri="{BB962C8B-B14F-4D97-AF65-F5344CB8AC3E}">
        <p14:creationId xmlns:p14="http://schemas.microsoft.com/office/powerpoint/2010/main" val="2988813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king great product">
    <p:bg>
      <p:bgPr>
        <a:solidFill>
          <a:schemeClr val="accent3">
            <a:lumMod val="10000"/>
          </a:schemeClr>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3DD5414-F5B4-4934-A635-6276FB3ED997}"/>
              </a:ext>
            </a:extLst>
          </p:cNvPr>
          <p:cNvSpPr>
            <a:spLocks noGrp="1"/>
          </p:cNvSpPr>
          <p:nvPr>
            <p:ph type="pic" sz="quarter" idx="14"/>
          </p:nvPr>
        </p:nvSpPr>
        <p:spPr>
          <a:xfrm>
            <a:off x="0" y="0"/>
            <a:ext cx="6096000"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6779514" y="958515"/>
            <a:ext cx="4398264" cy="914400"/>
          </a:xfrm>
        </p:spPr>
        <p:txBody>
          <a:bodyPr>
            <a:normAutofit/>
          </a:bodyPr>
          <a:lstStyle>
            <a:lvl1pPr algn="ctr">
              <a:defRPr sz="2900" spc="100" baseline="0">
                <a:solidFill>
                  <a:schemeClr val="accent3"/>
                </a:solidFill>
              </a:defRPr>
            </a:lvl1p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7104888" y="2816352"/>
            <a:ext cx="3749040" cy="640080"/>
          </a:xfrm>
        </p:spPr>
        <p:txBody>
          <a:bodyPr>
            <a:noAutofit/>
          </a:bodyPr>
          <a:lstStyle>
            <a:lvl1pPr marL="0" indent="0" algn="ctr">
              <a:lnSpc>
                <a:spcPts val="2100"/>
              </a:lnSpc>
              <a:buNone/>
              <a:defRPr sz="16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3" name="Content Placeholder 2">
            <a:extLst>
              <a:ext uri="{FF2B5EF4-FFF2-40B4-BE49-F238E27FC236}">
                <a16:creationId xmlns:a16="http://schemas.microsoft.com/office/drawing/2014/main" id="{B0BB0A7E-D7A2-4EFF-A134-B2AD0D06FDC6}"/>
              </a:ext>
            </a:extLst>
          </p:cNvPr>
          <p:cNvSpPr>
            <a:spLocks noGrp="1"/>
          </p:cNvSpPr>
          <p:nvPr>
            <p:ph idx="15" hasCustomPrompt="1"/>
          </p:nvPr>
        </p:nvSpPr>
        <p:spPr>
          <a:xfrm>
            <a:off x="7104888" y="3922776"/>
            <a:ext cx="3749040" cy="640080"/>
          </a:xfrm>
        </p:spPr>
        <p:txBody>
          <a:bodyPr>
            <a:noAutofit/>
          </a:bodyPr>
          <a:lstStyle>
            <a:lvl1pPr marL="0" indent="0" algn="ctr">
              <a:lnSpc>
                <a:spcPts val="2100"/>
              </a:lnSpc>
              <a:buNone/>
              <a:defRPr sz="16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sp>
        <p:nvSpPr>
          <p:cNvPr id="14" name="Content Placeholder 2">
            <a:extLst>
              <a:ext uri="{FF2B5EF4-FFF2-40B4-BE49-F238E27FC236}">
                <a16:creationId xmlns:a16="http://schemas.microsoft.com/office/drawing/2014/main" id="{6C900BA0-1BE3-4C3A-95B2-0DFEE734031C}"/>
              </a:ext>
            </a:extLst>
          </p:cNvPr>
          <p:cNvSpPr>
            <a:spLocks noGrp="1"/>
          </p:cNvSpPr>
          <p:nvPr>
            <p:ph idx="16" hasCustomPrompt="1"/>
          </p:nvPr>
        </p:nvSpPr>
        <p:spPr>
          <a:xfrm>
            <a:off x="7104888" y="5084064"/>
            <a:ext cx="3749040" cy="640080"/>
          </a:xfrm>
        </p:spPr>
        <p:txBody>
          <a:bodyPr>
            <a:noAutofit/>
          </a:bodyPr>
          <a:lstStyle>
            <a:lvl1pPr marL="0" indent="0" algn="ctr">
              <a:lnSpc>
                <a:spcPts val="2100"/>
              </a:lnSpc>
              <a:buNone/>
              <a:defRPr sz="16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cxnSp>
        <p:nvCxnSpPr>
          <p:cNvPr id="10" name="Straight Connector 9">
            <a:extLst>
              <a:ext uri="{FF2B5EF4-FFF2-40B4-BE49-F238E27FC236}">
                <a16:creationId xmlns:a16="http://schemas.microsoft.com/office/drawing/2014/main" id="{D9783C95-300F-479E-8A8E-9F6BE3C723D9}"/>
              </a:ext>
            </a:extLst>
          </p:cNvPr>
          <p:cNvCxnSpPr>
            <a:cxnSpLocks/>
          </p:cNvCxnSpPr>
          <p:nvPr userDrawn="1"/>
        </p:nvCxnSpPr>
        <p:spPr>
          <a:xfrm>
            <a:off x="7231888" y="2340201"/>
            <a:ext cx="1140587" cy="0"/>
          </a:xfrm>
          <a:prstGeom prst="line">
            <a:avLst/>
          </a:prstGeom>
          <a:solidFill>
            <a:schemeClr val="tx2"/>
          </a:solidFill>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509354D-0D6D-4528-8858-7768965572A6}"/>
              </a:ext>
            </a:extLst>
          </p:cNvPr>
          <p:cNvCxnSpPr>
            <a:cxnSpLocks/>
          </p:cNvCxnSpPr>
          <p:nvPr userDrawn="1"/>
        </p:nvCxnSpPr>
        <p:spPr>
          <a:xfrm>
            <a:off x="9563100" y="2349065"/>
            <a:ext cx="1181232" cy="0"/>
          </a:xfrm>
          <a:prstGeom prst="line">
            <a:avLst/>
          </a:prstGeom>
          <a:solidFill>
            <a:schemeClr val="tx2"/>
          </a:solidFill>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1117FA-5C64-4802-BBCD-D39A5647932B}"/>
              </a:ext>
            </a:extLst>
          </p:cNvPr>
          <p:cNvCxnSpPr>
            <a:cxnSpLocks/>
          </p:cNvCxnSpPr>
          <p:nvPr userDrawn="1"/>
        </p:nvCxnSpPr>
        <p:spPr>
          <a:xfrm>
            <a:off x="8740521" y="3688966"/>
            <a:ext cx="4572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4F332D5-721A-4CD6-9D74-70D7D0201874}"/>
              </a:ext>
            </a:extLst>
          </p:cNvPr>
          <p:cNvCxnSpPr>
            <a:cxnSpLocks/>
          </p:cNvCxnSpPr>
          <p:nvPr userDrawn="1"/>
        </p:nvCxnSpPr>
        <p:spPr>
          <a:xfrm>
            <a:off x="8740521" y="4789102"/>
            <a:ext cx="457200"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1C4C1E95-18BD-4ADE-AC3B-864D92FB84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9691531" flipH="1">
            <a:off x="8578136" y="2151786"/>
            <a:ext cx="808894" cy="359243"/>
          </a:xfrm>
          <a:prstGeom prst="rect">
            <a:avLst/>
          </a:prstGeom>
        </p:spPr>
      </p:pic>
    </p:spTree>
    <p:extLst>
      <p:ext uri="{BB962C8B-B14F-4D97-AF65-F5344CB8AC3E}">
        <p14:creationId xmlns:p14="http://schemas.microsoft.com/office/powerpoint/2010/main" val="4020370120"/>
      </p:ext>
    </p:extLst>
  </p:cSld>
  <p:clrMapOvr>
    <a:masterClrMapping/>
  </p:clrMapOvr>
  <p:extLst>
    <p:ext uri="{DCECCB84-F9BA-43D5-87BE-67443E8EF086}">
      <p15:sldGuideLst xmlns:p15="http://schemas.microsoft.com/office/powerpoint/2012/main">
        <p15:guide id="1" pos="7392" userDrawn="1">
          <p15:clr>
            <a:srgbClr val="FBAE40"/>
          </p15:clr>
        </p15:guide>
        <p15:guide id="2" pos="410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with image">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8610CAC7-0287-4791-AA90-6C130B8730D8}"/>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FE9E034D-C1DD-48C0-BB6B-FDC6F8EBA558}"/>
              </a:ext>
            </a:extLst>
          </p:cNvPr>
          <p:cNvSpPr>
            <a:spLocks noGrp="1"/>
          </p:cNvSpPr>
          <p:nvPr>
            <p:ph type="title" hasCustomPrompt="1"/>
          </p:nvPr>
        </p:nvSpPr>
        <p:spPr>
          <a:xfrm>
            <a:off x="6638544" y="960120"/>
            <a:ext cx="4700016" cy="1325563"/>
          </a:xfrm>
        </p:spPr>
        <p:txBody>
          <a:bodyPr/>
          <a:lstStyle>
            <a:lvl1pPr algn="ctr">
              <a:defRPr>
                <a:solidFill>
                  <a:schemeClr val="accent3">
                    <a:lumMod val="25000"/>
                  </a:schemeClr>
                </a:solidFill>
              </a:defRPr>
            </a:lvl1pPr>
          </a:lstStyle>
          <a:p>
            <a:r>
              <a:rPr lang="en-US" dirty="0"/>
              <a:t>Click to edit title</a:t>
            </a:r>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hasCustomPrompt="1"/>
          </p:nvPr>
        </p:nvSpPr>
        <p:spPr>
          <a:xfrm>
            <a:off x="6931152" y="2715768"/>
            <a:ext cx="4114800" cy="1188720"/>
          </a:xfrm>
        </p:spPr>
        <p:txBody>
          <a:bodyPr anchor="t">
            <a:normAutofit/>
          </a:bodyPr>
          <a:lstStyle>
            <a:lvl1pPr marL="0" indent="0" algn="ctr">
              <a:lnSpc>
                <a:spcPts val="2100"/>
              </a:lnSpc>
              <a:buNone/>
              <a:defRPr sz="1400" b="0">
                <a:solidFill>
                  <a:schemeClr val="accent3">
                    <a:lumMod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hasCustomPrompt="1"/>
          </p:nvPr>
        </p:nvSpPr>
        <p:spPr>
          <a:xfrm>
            <a:off x="6931152" y="4663440"/>
            <a:ext cx="4114800" cy="1005840"/>
          </a:xfrm>
        </p:spPr>
        <p:txBody>
          <a:bodyPr anchor="t">
            <a:normAutofit/>
          </a:bodyPr>
          <a:lstStyle>
            <a:lvl1pPr marL="0" indent="0" algn="ctr">
              <a:lnSpc>
                <a:spcPts val="2100"/>
              </a:lnSpc>
              <a:buNone/>
              <a:defRPr sz="1400" b="0">
                <a:solidFill>
                  <a:schemeClr val="accent3">
                    <a:lumMod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 </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lvl1pPr>
          </a:lstStyle>
          <a:p>
            <a:r>
              <a:rPr lang="en-US" dirty="0"/>
              <a:t>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p>
            <a:r>
              <a:rPr lang="en-US" dirty="0"/>
              <a:t>Conference presentation</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1230535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a:xfrm>
            <a:off x="838200" y="749808"/>
            <a:ext cx="10515600" cy="914400"/>
          </a:xfrm>
        </p:spPr>
        <p:txBody>
          <a:bodyPr/>
          <a:lstStyle>
            <a:lvl1pPr algn="ctr">
              <a:defRPr>
                <a:solidFill>
                  <a:schemeClr val="accent3">
                    <a:lumMod val="25000"/>
                  </a:schemeClr>
                </a:solidFill>
              </a:defRPr>
            </a:lvl1pPr>
          </a:lstStyle>
          <a:p>
            <a:r>
              <a:rPr lang="en-US"/>
              <a:t>Click to edit Master title style</a:t>
            </a:r>
            <a:endParaRPr lang="en-ZA" dirty="0"/>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accent3">
                    <a:lumMod val="25000"/>
                  </a:schemeClr>
                </a:solidFill>
              </a:defRPr>
            </a:lvl1pPr>
          </a:lstStyle>
          <a:p>
            <a:r>
              <a:rPr lang="en-ZA" dirty="0"/>
              <a:t>Conference presentation</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accent3">
                    <a:lumMod val="25000"/>
                  </a:schemeClr>
                </a:solidFill>
              </a:defRPr>
            </a:lvl1pPr>
          </a:lstStyle>
          <a:p>
            <a:fld id="{19B51A1E-902D-48AF-9020-955120F399B6}" type="slidenum">
              <a:rPr lang="en-ZA" smtClean="0"/>
              <a:pPr/>
              <a:t>‹#›</a:t>
            </a:fld>
            <a:endParaRPr lang="en-ZA" dirty="0"/>
          </a:p>
        </p:txBody>
      </p:sp>
      <p:sp>
        <p:nvSpPr>
          <p:cNvPr id="35" name="Text Placeholder 10">
            <a:extLst>
              <a:ext uri="{FF2B5EF4-FFF2-40B4-BE49-F238E27FC236}">
                <a16:creationId xmlns:a16="http://schemas.microsoft.com/office/drawing/2014/main" id="{301DA176-9193-4B04-B599-C94E317913E0}"/>
              </a:ext>
            </a:extLst>
          </p:cNvPr>
          <p:cNvSpPr>
            <a:spLocks noGrp="1"/>
          </p:cNvSpPr>
          <p:nvPr>
            <p:ph type="body" sz="quarter" idx="33" hasCustomPrompt="1"/>
          </p:nvPr>
        </p:nvSpPr>
        <p:spPr>
          <a:xfrm>
            <a:off x="758952" y="3127677"/>
            <a:ext cx="1051560" cy="457200"/>
          </a:xfrm>
        </p:spPr>
        <p:txBody>
          <a:bodyPr anchor="ctr"/>
          <a:lstStyle>
            <a:lvl1pPr marL="0" indent="0" algn="ctr">
              <a:buNone/>
              <a:defRPr sz="1400" b="1" spc="300" baseline="0">
                <a:solidFill>
                  <a:schemeClr val="accent3">
                    <a:lumMod val="25000"/>
                  </a:schemeClr>
                </a:solidFill>
                <a:latin typeface="+mj-lt"/>
              </a:defRPr>
            </a:lvl1pPr>
          </a:lstStyle>
          <a:p>
            <a:pPr lvl="0"/>
            <a:r>
              <a:rPr lang="en-US" dirty="0"/>
              <a:t>Year</a:t>
            </a:r>
            <a:endParaRPr lang="en-ZA" dirty="0"/>
          </a:p>
        </p:txBody>
      </p:sp>
      <p:sp>
        <p:nvSpPr>
          <p:cNvPr id="36" name="Text Placeholder 10">
            <a:extLst>
              <a:ext uri="{FF2B5EF4-FFF2-40B4-BE49-F238E27FC236}">
                <a16:creationId xmlns:a16="http://schemas.microsoft.com/office/drawing/2014/main" id="{D950A6C4-345F-4857-A613-BA3B56096B8F}"/>
              </a:ext>
            </a:extLst>
          </p:cNvPr>
          <p:cNvSpPr>
            <a:spLocks noGrp="1"/>
          </p:cNvSpPr>
          <p:nvPr>
            <p:ph type="body" sz="quarter" idx="34" hasCustomPrompt="1"/>
          </p:nvPr>
        </p:nvSpPr>
        <p:spPr>
          <a:xfrm>
            <a:off x="196596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38" name="Text Placeholder 10">
            <a:extLst>
              <a:ext uri="{FF2B5EF4-FFF2-40B4-BE49-F238E27FC236}">
                <a16:creationId xmlns:a16="http://schemas.microsoft.com/office/drawing/2014/main" id="{DD4ADE2E-411A-4FE3-BE95-DAF1FDCBC555}"/>
              </a:ext>
            </a:extLst>
          </p:cNvPr>
          <p:cNvSpPr>
            <a:spLocks noGrp="1"/>
          </p:cNvSpPr>
          <p:nvPr>
            <p:ph type="body" sz="quarter" idx="35" hasCustomPrompt="1"/>
          </p:nvPr>
        </p:nvSpPr>
        <p:spPr>
          <a:xfrm>
            <a:off x="275388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39" name="Text Placeholder 10">
            <a:extLst>
              <a:ext uri="{FF2B5EF4-FFF2-40B4-BE49-F238E27FC236}">
                <a16:creationId xmlns:a16="http://schemas.microsoft.com/office/drawing/2014/main" id="{47FAF332-F615-4C47-95EA-CE17DFEE62A7}"/>
              </a:ext>
            </a:extLst>
          </p:cNvPr>
          <p:cNvSpPr>
            <a:spLocks noGrp="1"/>
          </p:cNvSpPr>
          <p:nvPr>
            <p:ph type="body" sz="quarter" idx="36" hasCustomPrompt="1"/>
          </p:nvPr>
        </p:nvSpPr>
        <p:spPr>
          <a:xfrm>
            <a:off x="354180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0" name="Text Placeholder 10">
            <a:extLst>
              <a:ext uri="{FF2B5EF4-FFF2-40B4-BE49-F238E27FC236}">
                <a16:creationId xmlns:a16="http://schemas.microsoft.com/office/drawing/2014/main" id="{4AE2424F-E961-4201-91A6-3AAB4B81F204}"/>
              </a:ext>
            </a:extLst>
          </p:cNvPr>
          <p:cNvSpPr>
            <a:spLocks noGrp="1"/>
          </p:cNvSpPr>
          <p:nvPr>
            <p:ph type="body" sz="quarter" idx="37" hasCustomPrompt="1"/>
          </p:nvPr>
        </p:nvSpPr>
        <p:spPr>
          <a:xfrm>
            <a:off x="432972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1" name="Text Placeholder 10">
            <a:extLst>
              <a:ext uri="{FF2B5EF4-FFF2-40B4-BE49-F238E27FC236}">
                <a16:creationId xmlns:a16="http://schemas.microsoft.com/office/drawing/2014/main" id="{376057B0-36CD-44FC-A0B9-2DD64FB47DD7}"/>
              </a:ext>
            </a:extLst>
          </p:cNvPr>
          <p:cNvSpPr>
            <a:spLocks noGrp="1"/>
          </p:cNvSpPr>
          <p:nvPr>
            <p:ph type="body" sz="quarter" idx="38" hasCustomPrompt="1"/>
          </p:nvPr>
        </p:nvSpPr>
        <p:spPr>
          <a:xfrm>
            <a:off x="758952" y="3928953"/>
            <a:ext cx="1051560" cy="457200"/>
          </a:xfrm>
        </p:spPr>
        <p:txBody>
          <a:bodyPr anchor="ctr"/>
          <a:lstStyle>
            <a:lvl1pPr marL="0" indent="0" algn="ctr">
              <a:buNone/>
              <a:defRPr sz="1400" b="1" spc="300" baseline="0">
                <a:solidFill>
                  <a:schemeClr val="accent3">
                    <a:lumMod val="25000"/>
                  </a:schemeClr>
                </a:solidFill>
                <a:latin typeface="+mj-lt"/>
              </a:defRPr>
            </a:lvl1pPr>
          </a:lstStyle>
          <a:p>
            <a:pPr lvl="0"/>
            <a:r>
              <a:rPr lang="en-US" dirty="0"/>
              <a:t>Year</a:t>
            </a:r>
            <a:endParaRPr lang="en-ZA" dirty="0"/>
          </a:p>
        </p:txBody>
      </p:sp>
      <p:sp>
        <p:nvSpPr>
          <p:cNvPr id="42" name="Text Placeholder 10">
            <a:extLst>
              <a:ext uri="{FF2B5EF4-FFF2-40B4-BE49-F238E27FC236}">
                <a16:creationId xmlns:a16="http://schemas.microsoft.com/office/drawing/2014/main" id="{676D61D8-553D-48A5-A736-7775F27B69B5}"/>
              </a:ext>
            </a:extLst>
          </p:cNvPr>
          <p:cNvSpPr>
            <a:spLocks noGrp="1"/>
          </p:cNvSpPr>
          <p:nvPr>
            <p:ph type="body" sz="quarter" idx="39" hasCustomPrompt="1"/>
          </p:nvPr>
        </p:nvSpPr>
        <p:spPr>
          <a:xfrm>
            <a:off x="511764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3" name="Text Placeholder 10">
            <a:extLst>
              <a:ext uri="{FF2B5EF4-FFF2-40B4-BE49-F238E27FC236}">
                <a16:creationId xmlns:a16="http://schemas.microsoft.com/office/drawing/2014/main" id="{82028ADE-A26E-4E87-85C6-87A161CB8243}"/>
              </a:ext>
            </a:extLst>
          </p:cNvPr>
          <p:cNvSpPr>
            <a:spLocks noGrp="1"/>
          </p:cNvSpPr>
          <p:nvPr>
            <p:ph type="body" sz="quarter" idx="40" hasCustomPrompt="1"/>
          </p:nvPr>
        </p:nvSpPr>
        <p:spPr>
          <a:xfrm>
            <a:off x="590556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4" name="Text Placeholder 10">
            <a:extLst>
              <a:ext uri="{FF2B5EF4-FFF2-40B4-BE49-F238E27FC236}">
                <a16:creationId xmlns:a16="http://schemas.microsoft.com/office/drawing/2014/main" id="{D49729D5-3821-43F6-A1C5-5549E5177E02}"/>
              </a:ext>
            </a:extLst>
          </p:cNvPr>
          <p:cNvSpPr>
            <a:spLocks noGrp="1"/>
          </p:cNvSpPr>
          <p:nvPr>
            <p:ph type="body" sz="quarter" idx="41" hasCustomPrompt="1"/>
          </p:nvPr>
        </p:nvSpPr>
        <p:spPr>
          <a:xfrm>
            <a:off x="669348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5" name="Text Placeholder 10">
            <a:extLst>
              <a:ext uri="{FF2B5EF4-FFF2-40B4-BE49-F238E27FC236}">
                <a16:creationId xmlns:a16="http://schemas.microsoft.com/office/drawing/2014/main" id="{02C709FA-DC0E-435A-A4A7-A975A8D413BA}"/>
              </a:ext>
            </a:extLst>
          </p:cNvPr>
          <p:cNvSpPr>
            <a:spLocks noGrp="1"/>
          </p:cNvSpPr>
          <p:nvPr>
            <p:ph type="body" sz="quarter" idx="42" hasCustomPrompt="1"/>
          </p:nvPr>
        </p:nvSpPr>
        <p:spPr>
          <a:xfrm>
            <a:off x="905724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6" name="Text Placeholder 10">
            <a:extLst>
              <a:ext uri="{FF2B5EF4-FFF2-40B4-BE49-F238E27FC236}">
                <a16:creationId xmlns:a16="http://schemas.microsoft.com/office/drawing/2014/main" id="{018BA8DF-331D-4B6E-AF52-AA13732A6B95}"/>
              </a:ext>
            </a:extLst>
          </p:cNvPr>
          <p:cNvSpPr>
            <a:spLocks noGrp="1"/>
          </p:cNvSpPr>
          <p:nvPr>
            <p:ph type="body" sz="quarter" idx="43" hasCustomPrompt="1"/>
          </p:nvPr>
        </p:nvSpPr>
        <p:spPr>
          <a:xfrm>
            <a:off x="748140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7" name="Text Placeholder 10">
            <a:extLst>
              <a:ext uri="{FF2B5EF4-FFF2-40B4-BE49-F238E27FC236}">
                <a16:creationId xmlns:a16="http://schemas.microsoft.com/office/drawing/2014/main" id="{DBEB8F26-CF5F-4C8F-94D3-2DACD0914B60}"/>
              </a:ext>
            </a:extLst>
          </p:cNvPr>
          <p:cNvSpPr>
            <a:spLocks noGrp="1"/>
          </p:cNvSpPr>
          <p:nvPr>
            <p:ph type="body" sz="quarter" idx="44" hasCustomPrompt="1"/>
          </p:nvPr>
        </p:nvSpPr>
        <p:spPr>
          <a:xfrm>
            <a:off x="826932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8" name="Text Placeholder 10">
            <a:extLst>
              <a:ext uri="{FF2B5EF4-FFF2-40B4-BE49-F238E27FC236}">
                <a16:creationId xmlns:a16="http://schemas.microsoft.com/office/drawing/2014/main" id="{0EC0A380-C705-47E5-960A-C495280B86E2}"/>
              </a:ext>
            </a:extLst>
          </p:cNvPr>
          <p:cNvSpPr>
            <a:spLocks noGrp="1"/>
          </p:cNvSpPr>
          <p:nvPr>
            <p:ph type="body" sz="quarter" idx="45" hasCustomPrompt="1"/>
          </p:nvPr>
        </p:nvSpPr>
        <p:spPr>
          <a:xfrm>
            <a:off x="9845160"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49" name="Text Placeholder 10">
            <a:extLst>
              <a:ext uri="{FF2B5EF4-FFF2-40B4-BE49-F238E27FC236}">
                <a16:creationId xmlns:a16="http://schemas.microsoft.com/office/drawing/2014/main" id="{E217E3B9-2273-4A22-A07E-4FEFB35FCC01}"/>
              </a:ext>
            </a:extLst>
          </p:cNvPr>
          <p:cNvSpPr>
            <a:spLocks noGrp="1"/>
          </p:cNvSpPr>
          <p:nvPr>
            <p:ph type="body" sz="quarter" idx="46" hasCustomPrompt="1"/>
          </p:nvPr>
        </p:nvSpPr>
        <p:spPr>
          <a:xfrm>
            <a:off x="10633085" y="3275117"/>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0" name="Text Placeholder 10">
            <a:extLst>
              <a:ext uri="{FF2B5EF4-FFF2-40B4-BE49-F238E27FC236}">
                <a16:creationId xmlns:a16="http://schemas.microsoft.com/office/drawing/2014/main" id="{FE119361-CC51-4C9D-A4B5-BDEEE01371A3}"/>
              </a:ext>
            </a:extLst>
          </p:cNvPr>
          <p:cNvSpPr>
            <a:spLocks noGrp="1"/>
          </p:cNvSpPr>
          <p:nvPr>
            <p:ph type="body" sz="quarter" idx="47" hasCustomPrompt="1"/>
          </p:nvPr>
        </p:nvSpPr>
        <p:spPr>
          <a:xfrm>
            <a:off x="1969915"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1" name="Text Placeholder 10">
            <a:extLst>
              <a:ext uri="{FF2B5EF4-FFF2-40B4-BE49-F238E27FC236}">
                <a16:creationId xmlns:a16="http://schemas.microsoft.com/office/drawing/2014/main" id="{E39AABDA-9976-4AB3-BCBF-77B491015F50}"/>
              </a:ext>
            </a:extLst>
          </p:cNvPr>
          <p:cNvSpPr>
            <a:spLocks noGrp="1"/>
          </p:cNvSpPr>
          <p:nvPr>
            <p:ph type="body" sz="quarter" idx="48" hasCustomPrompt="1"/>
          </p:nvPr>
        </p:nvSpPr>
        <p:spPr>
          <a:xfrm>
            <a:off x="2757602"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2" name="Text Placeholder 10">
            <a:extLst>
              <a:ext uri="{FF2B5EF4-FFF2-40B4-BE49-F238E27FC236}">
                <a16:creationId xmlns:a16="http://schemas.microsoft.com/office/drawing/2014/main" id="{9EFE40FF-B422-4391-9236-D2D2D09F30C6}"/>
              </a:ext>
            </a:extLst>
          </p:cNvPr>
          <p:cNvSpPr>
            <a:spLocks noGrp="1"/>
          </p:cNvSpPr>
          <p:nvPr>
            <p:ph type="body" sz="quarter" idx="49" hasCustomPrompt="1"/>
          </p:nvPr>
        </p:nvSpPr>
        <p:spPr>
          <a:xfrm>
            <a:off x="3545289"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3" name="Text Placeholder 10">
            <a:extLst>
              <a:ext uri="{FF2B5EF4-FFF2-40B4-BE49-F238E27FC236}">
                <a16:creationId xmlns:a16="http://schemas.microsoft.com/office/drawing/2014/main" id="{6B6D260C-7D2F-4024-86D5-8338D454EBE7}"/>
              </a:ext>
            </a:extLst>
          </p:cNvPr>
          <p:cNvSpPr>
            <a:spLocks noGrp="1"/>
          </p:cNvSpPr>
          <p:nvPr>
            <p:ph type="body" sz="quarter" idx="50" hasCustomPrompt="1"/>
          </p:nvPr>
        </p:nvSpPr>
        <p:spPr>
          <a:xfrm>
            <a:off x="4332976"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4" name="Text Placeholder 10">
            <a:extLst>
              <a:ext uri="{FF2B5EF4-FFF2-40B4-BE49-F238E27FC236}">
                <a16:creationId xmlns:a16="http://schemas.microsoft.com/office/drawing/2014/main" id="{2F9B810E-07ED-4DCA-941C-C388D0D629A2}"/>
              </a:ext>
            </a:extLst>
          </p:cNvPr>
          <p:cNvSpPr>
            <a:spLocks noGrp="1"/>
          </p:cNvSpPr>
          <p:nvPr>
            <p:ph type="body" sz="quarter" idx="51" hasCustomPrompt="1"/>
          </p:nvPr>
        </p:nvSpPr>
        <p:spPr>
          <a:xfrm>
            <a:off x="5120663"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5" name="Text Placeholder 10">
            <a:extLst>
              <a:ext uri="{FF2B5EF4-FFF2-40B4-BE49-F238E27FC236}">
                <a16:creationId xmlns:a16="http://schemas.microsoft.com/office/drawing/2014/main" id="{BD4447B3-0D22-4C7F-943D-0B5872782834}"/>
              </a:ext>
            </a:extLst>
          </p:cNvPr>
          <p:cNvSpPr>
            <a:spLocks noGrp="1"/>
          </p:cNvSpPr>
          <p:nvPr>
            <p:ph type="body" sz="quarter" idx="52" hasCustomPrompt="1"/>
          </p:nvPr>
        </p:nvSpPr>
        <p:spPr>
          <a:xfrm>
            <a:off x="5908350"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6" name="Text Placeholder 10">
            <a:extLst>
              <a:ext uri="{FF2B5EF4-FFF2-40B4-BE49-F238E27FC236}">
                <a16:creationId xmlns:a16="http://schemas.microsoft.com/office/drawing/2014/main" id="{642B6C40-8744-4C84-B1E3-6E43D565F11D}"/>
              </a:ext>
            </a:extLst>
          </p:cNvPr>
          <p:cNvSpPr>
            <a:spLocks noGrp="1"/>
          </p:cNvSpPr>
          <p:nvPr>
            <p:ph type="body" sz="quarter" idx="53" hasCustomPrompt="1"/>
          </p:nvPr>
        </p:nvSpPr>
        <p:spPr>
          <a:xfrm>
            <a:off x="6696037"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7" name="Text Placeholder 10">
            <a:extLst>
              <a:ext uri="{FF2B5EF4-FFF2-40B4-BE49-F238E27FC236}">
                <a16:creationId xmlns:a16="http://schemas.microsoft.com/office/drawing/2014/main" id="{A59ADB66-05AF-4A45-9C95-D32C5989A67E}"/>
              </a:ext>
            </a:extLst>
          </p:cNvPr>
          <p:cNvSpPr>
            <a:spLocks noGrp="1"/>
          </p:cNvSpPr>
          <p:nvPr>
            <p:ph type="body" sz="quarter" idx="54" hasCustomPrompt="1"/>
          </p:nvPr>
        </p:nvSpPr>
        <p:spPr>
          <a:xfrm>
            <a:off x="9059098"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8" name="Text Placeholder 10">
            <a:extLst>
              <a:ext uri="{FF2B5EF4-FFF2-40B4-BE49-F238E27FC236}">
                <a16:creationId xmlns:a16="http://schemas.microsoft.com/office/drawing/2014/main" id="{0068B2A9-DD05-4E1D-BD33-A2E85A5EC6D9}"/>
              </a:ext>
            </a:extLst>
          </p:cNvPr>
          <p:cNvSpPr>
            <a:spLocks noGrp="1"/>
          </p:cNvSpPr>
          <p:nvPr>
            <p:ph type="body" sz="quarter" idx="55" hasCustomPrompt="1"/>
          </p:nvPr>
        </p:nvSpPr>
        <p:spPr>
          <a:xfrm>
            <a:off x="7483724"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59" name="Text Placeholder 10">
            <a:extLst>
              <a:ext uri="{FF2B5EF4-FFF2-40B4-BE49-F238E27FC236}">
                <a16:creationId xmlns:a16="http://schemas.microsoft.com/office/drawing/2014/main" id="{D9CC05E1-548C-4EEE-882C-6E8012689022}"/>
              </a:ext>
            </a:extLst>
          </p:cNvPr>
          <p:cNvSpPr>
            <a:spLocks noGrp="1"/>
          </p:cNvSpPr>
          <p:nvPr>
            <p:ph type="body" sz="quarter" idx="56" hasCustomPrompt="1"/>
          </p:nvPr>
        </p:nvSpPr>
        <p:spPr>
          <a:xfrm>
            <a:off x="8271411"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60" name="Text Placeholder 10">
            <a:extLst>
              <a:ext uri="{FF2B5EF4-FFF2-40B4-BE49-F238E27FC236}">
                <a16:creationId xmlns:a16="http://schemas.microsoft.com/office/drawing/2014/main" id="{8E2FCD6E-08B0-49F8-BB46-6509A73C3006}"/>
              </a:ext>
            </a:extLst>
          </p:cNvPr>
          <p:cNvSpPr>
            <a:spLocks noGrp="1"/>
          </p:cNvSpPr>
          <p:nvPr>
            <p:ph type="body" sz="quarter" idx="57" hasCustomPrompt="1"/>
          </p:nvPr>
        </p:nvSpPr>
        <p:spPr>
          <a:xfrm>
            <a:off x="9846785"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61" name="Text Placeholder 10">
            <a:extLst>
              <a:ext uri="{FF2B5EF4-FFF2-40B4-BE49-F238E27FC236}">
                <a16:creationId xmlns:a16="http://schemas.microsoft.com/office/drawing/2014/main" id="{8D149A50-AE02-4525-9165-71B5B24E27DF}"/>
              </a:ext>
            </a:extLst>
          </p:cNvPr>
          <p:cNvSpPr>
            <a:spLocks noGrp="1"/>
          </p:cNvSpPr>
          <p:nvPr>
            <p:ph type="body" sz="quarter" idx="58" hasCustomPrompt="1"/>
          </p:nvPr>
        </p:nvSpPr>
        <p:spPr>
          <a:xfrm>
            <a:off x="10634472" y="4062181"/>
            <a:ext cx="640080" cy="201776"/>
          </a:xfrm>
        </p:spPr>
        <p:txBody>
          <a:bodyPr>
            <a:noAutofit/>
          </a:bodyPr>
          <a:lstStyle>
            <a:lvl1pPr marL="0" indent="0" algn="ctr">
              <a:buNone/>
              <a:defRPr sz="1000">
                <a:solidFill>
                  <a:schemeClr val="accent3">
                    <a:lumMod val="25000"/>
                  </a:schemeClr>
                </a:solidFill>
              </a:defRPr>
            </a:lvl1pPr>
          </a:lstStyle>
          <a:p>
            <a:pPr lvl="0"/>
            <a:r>
              <a:rPr lang="en-US" dirty="0"/>
              <a:t>MM</a:t>
            </a:r>
            <a:endParaRPr lang="en-ZA" dirty="0"/>
          </a:p>
        </p:txBody>
      </p:sp>
      <p:sp>
        <p:nvSpPr>
          <p:cNvPr id="62" name="Text Placeholder 3">
            <a:extLst>
              <a:ext uri="{FF2B5EF4-FFF2-40B4-BE49-F238E27FC236}">
                <a16:creationId xmlns:a16="http://schemas.microsoft.com/office/drawing/2014/main" id="{24126B4E-6F4A-4E61-B11D-78A183E49459}"/>
              </a:ext>
            </a:extLst>
          </p:cNvPr>
          <p:cNvSpPr>
            <a:spLocks noGrp="1"/>
          </p:cNvSpPr>
          <p:nvPr>
            <p:ph type="body" sz="quarter" idx="59" hasCustomPrompt="1"/>
          </p:nvPr>
        </p:nvSpPr>
        <p:spPr>
          <a:xfrm>
            <a:off x="5360987" y="1760565"/>
            <a:ext cx="1828800" cy="696885"/>
          </a:xfrm>
          <a:noFill/>
          <a:ln w="12700">
            <a:solidFill>
              <a:schemeClr val="accent3"/>
            </a:solidFill>
          </a:ln>
        </p:spPr>
        <p:txBody>
          <a:bodyPr tIns="36000" anchor="ctr" anchorCtr="1">
            <a:normAutofit/>
          </a:bodyPr>
          <a:lstStyle>
            <a:lvl1pPr marL="0" indent="0" algn="ctr">
              <a:lnSpc>
                <a:spcPct val="100000"/>
              </a:lnSpc>
              <a:buNone/>
              <a:defRPr sz="1100" spc="20" baseline="0">
                <a:solidFill>
                  <a:schemeClr val="accent3">
                    <a:lumMod val="25000"/>
                  </a:schemeClr>
                </a:solidFill>
                <a:latin typeface="+mj-lt"/>
              </a:defRPr>
            </a:lvl1pPr>
          </a:lstStyle>
          <a:p>
            <a:pPr lvl="0"/>
            <a:r>
              <a:rPr lang="en-US" dirty="0"/>
              <a:t>Item Title</a:t>
            </a:r>
            <a:endParaRPr lang="en-ZA" dirty="0"/>
          </a:p>
        </p:txBody>
      </p:sp>
      <p:sp>
        <p:nvSpPr>
          <p:cNvPr id="63" name="Rectangle 62">
            <a:extLst>
              <a:ext uri="{FF2B5EF4-FFF2-40B4-BE49-F238E27FC236}">
                <a16:creationId xmlns:a16="http://schemas.microsoft.com/office/drawing/2014/main" id="{014A76E8-F520-4630-8BBA-F9B7A0DAAB02}"/>
              </a:ext>
            </a:extLst>
          </p:cNvPr>
          <p:cNvSpPr/>
          <p:nvPr userDrawn="1"/>
        </p:nvSpPr>
        <p:spPr>
          <a:xfrm>
            <a:off x="929640" y="3648582"/>
            <a:ext cx="10332720" cy="228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lumMod val="25000"/>
                </a:schemeClr>
              </a:solidFill>
            </a:endParaRPr>
          </a:p>
        </p:txBody>
      </p:sp>
      <p:sp>
        <p:nvSpPr>
          <p:cNvPr id="64" name="Date Placeholder 4">
            <a:extLst>
              <a:ext uri="{FF2B5EF4-FFF2-40B4-BE49-F238E27FC236}">
                <a16:creationId xmlns:a16="http://schemas.microsoft.com/office/drawing/2014/main" id="{49043823-D35F-46B1-919E-197C35555610}"/>
              </a:ext>
            </a:extLst>
          </p:cNvPr>
          <p:cNvSpPr>
            <a:spLocks noGrp="1"/>
          </p:cNvSpPr>
          <p:nvPr>
            <p:ph type="dt" sz="half" idx="60"/>
          </p:nvPr>
        </p:nvSpPr>
        <p:spPr>
          <a:xfrm>
            <a:off x="457200" y="6356350"/>
            <a:ext cx="2743200" cy="365125"/>
          </a:xfrm>
        </p:spPr>
        <p:txBody>
          <a:bodyPr/>
          <a:lstStyle>
            <a:lvl1pPr>
              <a:defRPr>
                <a:solidFill>
                  <a:schemeClr val="accent3">
                    <a:lumMod val="25000"/>
                  </a:schemeClr>
                </a:solidFill>
              </a:defRPr>
            </a:lvl1pPr>
          </a:lstStyle>
          <a:p>
            <a:r>
              <a:rPr lang="en-US" dirty="0"/>
              <a:t>20XX</a:t>
            </a:r>
          </a:p>
        </p:txBody>
      </p:sp>
    </p:spTree>
    <p:extLst>
      <p:ext uri="{BB962C8B-B14F-4D97-AF65-F5344CB8AC3E}">
        <p14:creationId xmlns:p14="http://schemas.microsoft.com/office/powerpoint/2010/main" val="1294209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takeaways">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1B08CCD3-BAD4-467E-B843-1BD3FC1D83E6}"/>
              </a:ext>
            </a:extLst>
          </p:cNvPr>
          <p:cNvSpPr>
            <a:spLocks noGrp="1"/>
          </p:cNvSpPr>
          <p:nvPr>
            <p:ph type="pic" sz="quarter" idx="14"/>
          </p:nvPr>
        </p:nvSpPr>
        <p:spPr>
          <a:xfrm>
            <a:off x="1524" y="0"/>
            <a:ext cx="12188952" cy="6858000"/>
          </a:xfrm>
          <a:solidFill>
            <a:schemeClr val="tx2"/>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777240" y="960120"/>
            <a:ext cx="5029200" cy="914400"/>
          </a:xfrm>
        </p:spPr>
        <p:txBody>
          <a:bodyPr/>
          <a:lstStyle>
            <a:lvl1pPr algn="ctr">
              <a:defRPr>
                <a:solidFill>
                  <a:schemeClr val="accent3"/>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9" name="Text Placeholder 8">
            <a:extLst>
              <a:ext uri="{FF2B5EF4-FFF2-40B4-BE49-F238E27FC236}">
                <a16:creationId xmlns:a16="http://schemas.microsoft.com/office/drawing/2014/main" id="{E4E5D546-07C2-4A4B-85D2-F23B489AB478}"/>
              </a:ext>
            </a:extLst>
          </p:cNvPr>
          <p:cNvSpPr>
            <a:spLocks noGrp="1"/>
          </p:cNvSpPr>
          <p:nvPr>
            <p:ph type="body" sz="quarter" idx="15" hasCustomPrompt="1"/>
          </p:nvPr>
        </p:nvSpPr>
        <p:spPr>
          <a:xfrm>
            <a:off x="914400" y="2935224"/>
            <a:ext cx="2130552" cy="950976"/>
          </a:xfrm>
        </p:spPr>
        <p:txBody>
          <a:bodyPr anchor="ctr" anchorCtr="0">
            <a:normAutofit/>
          </a:bodyPr>
          <a:lstStyle>
            <a:lvl1pPr marL="0" indent="0" algn="ctr">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sp>
        <p:nvSpPr>
          <p:cNvPr id="10" name="Text Placeholder 8">
            <a:extLst>
              <a:ext uri="{FF2B5EF4-FFF2-40B4-BE49-F238E27FC236}">
                <a16:creationId xmlns:a16="http://schemas.microsoft.com/office/drawing/2014/main" id="{BD981D89-A62B-4844-B43A-DFEEC6CACD27}"/>
              </a:ext>
            </a:extLst>
          </p:cNvPr>
          <p:cNvSpPr>
            <a:spLocks noGrp="1"/>
          </p:cNvSpPr>
          <p:nvPr>
            <p:ph type="body" sz="quarter" idx="16" hasCustomPrompt="1"/>
          </p:nvPr>
        </p:nvSpPr>
        <p:spPr>
          <a:xfrm>
            <a:off x="914400" y="4306824"/>
            <a:ext cx="2130552" cy="950976"/>
          </a:xfrm>
        </p:spPr>
        <p:txBody>
          <a:bodyPr anchor="ctr" anchorCtr="0">
            <a:normAutofit/>
          </a:bodyPr>
          <a:lstStyle>
            <a:lvl1pPr marL="0" indent="0" algn="ctr">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sp>
        <p:nvSpPr>
          <p:cNvPr id="11" name="Text Placeholder 8">
            <a:extLst>
              <a:ext uri="{FF2B5EF4-FFF2-40B4-BE49-F238E27FC236}">
                <a16:creationId xmlns:a16="http://schemas.microsoft.com/office/drawing/2014/main" id="{071D86D6-F37C-4280-9551-DFF729C85B03}"/>
              </a:ext>
            </a:extLst>
          </p:cNvPr>
          <p:cNvSpPr>
            <a:spLocks noGrp="1"/>
          </p:cNvSpPr>
          <p:nvPr>
            <p:ph type="body" sz="quarter" idx="17" hasCustomPrompt="1"/>
          </p:nvPr>
        </p:nvSpPr>
        <p:spPr>
          <a:xfrm>
            <a:off x="3264408" y="2935224"/>
            <a:ext cx="2221992" cy="950976"/>
          </a:xfrm>
        </p:spPr>
        <p:txBody>
          <a:bodyPr anchor="ctr" anchorCtr="0">
            <a:normAutofit/>
          </a:bodyPr>
          <a:lstStyle>
            <a:lvl1pPr marL="0" indent="0" algn="ctr">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sp>
        <p:nvSpPr>
          <p:cNvPr id="12" name="Text Placeholder 8">
            <a:extLst>
              <a:ext uri="{FF2B5EF4-FFF2-40B4-BE49-F238E27FC236}">
                <a16:creationId xmlns:a16="http://schemas.microsoft.com/office/drawing/2014/main" id="{BB88B61E-B44C-46EB-B875-1F55B02E895C}"/>
              </a:ext>
            </a:extLst>
          </p:cNvPr>
          <p:cNvSpPr>
            <a:spLocks noGrp="1"/>
          </p:cNvSpPr>
          <p:nvPr>
            <p:ph type="body" sz="quarter" idx="18" hasCustomPrompt="1"/>
          </p:nvPr>
        </p:nvSpPr>
        <p:spPr>
          <a:xfrm>
            <a:off x="3264408" y="4334256"/>
            <a:ext cx="2221992" cy="950976"/>
          </a:xfrm>
        </p:spPr>
        <p:txBody>
          <a:bodyPr anchor="ctr" anchorCtr="0">
            <a:normAutofit/>
          </a:bodyPr>
          <a:lstStyle>
            <a:lvl1pPr marL="0" indent="0" algn="ctr">
              <a:buNone/>
              <a:defRPr sz="1400">
                <a:solidFill>
                  <a:schemeClr val="bg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text</a:t>
            </a:r>
          </a:p>
        </p:txBody>
      </p:sp>
    </p:spTree>
    <p:extLst>
      <p:ext uri="{BB962C8B-B14F-4D97-AF65-F5344CB8AC3E}">
        <p14:creationId xmlns:p14="http://schemas.microsoft.com/office/powerpoint/2010/main" val="14177312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ps for Business">
    <p:spTree>
      <p:nvGrpSpPr>
        <p:cNvPr id="1" name=""/>
        <p:cNvGrpSpPr/>
        <p:nvPr/>
      </p:nvGrpSpPr>
      <p:grpSpPr>
        <a:xfrm>
          <a:off x="0" y="0"/>
          <a:ext cx="0" cy="0"/>
          <a:chOff x="0" y="0"/>
          <a:chExt cx="0" cy="0"/>
        </a:xfrm>
      </p:grpSpPr>
      <p:pic>
        <p:nvPicPr>
          <p:cNvPr id="33" name="Picture 32" descr="photo of marble ">
            <a:extLst>
              <a:ext uri="{FF2B5EF4-FFF2-40B4-BE49-F238E27FC236}">
                <a16:creationId xmlns:a16="http://schemas.microsoft.com/office/drawing/2014/main" id="{5886E31A-DA35-4E25-9FA3-92E90FBF38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70056CF5-B0DF-4053-8A82-BBBE7FF686BE}"/>
              </a:ext>
            </a:extLst>
          </p:cNvPr>
          <p:cNvSpPr/>
          <p:nvPr userDrawn="1"/>
        </p:nvSpPr>
        <p:spPr>
          <a:xfrm>
            <a:off x="442118" y="457200"/>
            <a:ext cx="11274552" cy="5943600"/>
          </a:xfrm>
          <a:prstGeom prst="rect">
            <a:avLst/>
          </a:prstGeom>
          <a:solidFill>
            <a:schemeClr val="tx2">
              <a:lumMod val="20000"/>
              <a:lumOff val="80000"/>
              <a:alpha val="85000"/>
            </a:schemeClr>
          </a:solidFill>
          <a:ln w="38100">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a:extLst>
              <a:ext uri="{FF2B5EF4-FFF2-40B4-BE49-F238E27FC236}">
                <a16:creationId xmlns:a16="http://schemas.microsoft.com/office/drawing/2014/main" id="{8E4B2F5F-448A-4BB9-BF2F-3CCB44D3219A}"/>
              </a:ext>
              <a:ext uri="{C183D7F6-B498-43B3-948B-1728B52AA6E4}">
                <adec:decorative xmlns:adec="http://schemas.microsoft.com/office/drawing/2017/decorative" val="1"/>
              </a:ext>
            </a:extLst>
          </p:cNvPr>
          <p:cNvGrpSpPr/>
          <p:nvPr userDrawn="1"/>
        </p:nvGrpSpPr>
        <p:grpSpPr>
          <a:xfrm>
            <a:off x="6501565" y="2471420"/>
            <a:ext cx="4809744" cy="3473216"/>
            <a:chOff x="6355080" y="2494474"/>
            <a:chExt cx="4960620" cy="3473216"/>
          </a:xfrm>
        </p:grpSpPr>
        <p:grpSp>
          <p:nvGrpSpPr>
            <p:cNvPr id="28" name="Group 27">
              <a:extLst>
                <a:ext uri="{FF2B5EF4-FFF2-40B4-BE49-F238E27FC236}">
                  <a16:creationId xmlns:a16="http://schemas.microsoft.com/office/drawing/2014/main" id="{06457872-52AD-4B0D-A773-AA48B3B219D3}"/>
                </a:ext>
              </a:extLst>
            </p:cNvPr>
            <p:cNvGrpSpPr/>
            <p:nvPr/>
          </p:nvGrpSpPr>
          <p:grpSpPr>
            <a:xfrm>
              <a:off x="6355080" y="2494474"/>
              <a:ext cx="4960620" cy="3473216"/>
              <a:chOff x="6355080" y="2180573"/>
              <a:chExt cx="4960620" cy="3473216"/>
            </a:xfrm>
          </p:grpSpPr>
          <p:cxnSp>
            <p:nvCxnSpPr>
              <p:cNvPr id="30" name="Straight Connector 29">
                <a:extLst>
                  <a:ext uri="{FF2B5EF4-FFF2-40B4-BE49-F238E27FC236}">
                    <a16:creationId xmlns:a16="http://schemas.microsoft.com/office/drawing/2014/main" id="{BD088C3C-893A-4A45-97E6-CF8230EF1DB4}"/>
                  </a:ext>
                </a:extLst>
              </p:cNvPr>
              <p:cNvCxnSpPr>
                <a:cxnSpLocks/>
              </p:cNvCxnSpPr>
              <p:nvPr/>
            </p:nvCxnSpPr>
            <p:spPr>
              <a:xfrm flipV="1">
                <a:off x="6356521" y="3332425"/>
                <a:ext cx="4959179" cy="7179"/>
              </a:xfrm>
              <a:prstGeom prst="line">
                <a:avLst/>
              </a:prstGeom>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118EF61-FF64-44B8-B5AB-D7D0700D7A55}"/>
                  </a:ext>
                </a:extLst>
              </p:cNvPr>
              <p:cNvCxnSpPr>
                <a:cxnSpLocks/>
              </p:cNvCxnSpPr>
              <p:nvPr/>
            </p:nvCxnSpPr>
            <p:spPr>
              <a:xfrm>
                <a:off x="6355080" y="4494758"/>
                <a:ext cx="4956048" cy="0"/>
              </a:xfrm>
              <a:prstGeom prst="line">
                <a:avLst/>
              </a:prstGeom>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C684B867-CCAD-498D-B6E2-8981BF01EC0F}"/>
                  </a:ext>
                </a:extLst>
              </p:cNvPr>
              <p:cNvSpPr/>
              <p:nvPr/>
            </p:nvSpPr>
            <p:spPr>
              <a:xfrm>
                <a:off x="6356521" y="2180573"/>
                <a:ext cx="4950649" cy="3473216"/>
              </a:xfrm>
              <a:prstGeom prst="rect">
                <a:avLst/>
              </a:prstGeom>
              <a:noFill/>
              <a:ln w="12700">
                <a:solidFill>
                  <a:schemeClr val="accent3">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29" name="Straight Connector 28">
              <a:extLst>
                <a:ext uri="{FF2B5EF4-FFF2-40B4-BE49-F238E27FC236}">
                  <a16:creationId xmlns:a16="http://schemas.microsoft.com/office/drawing/2014/main" id="{999BD33D-A5B4-469A-9937-DE6D3611C034}"/>
                </a:ext>
              </a:extLst>
            </p:cNvPr>
            <p:cNvCxnSpPr>
              <a:cxnSpLocks/>
            </p:cNvCxnSpPr>
            <p:nvPr/>
          </p:nvCxnSpPr>
          <p:spPr>
            <a:xfrm>
              <a:off x="7838022" y="2494474"/>
              <a:ext cx="0" cy="3473216"/>
            </a:xfrm>
            <a:prstGeom prst="line">
              <a:avLst/>
            </a:prstGeom>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grpSp>
      <p:sp>
        <p:nvSpPr>
          <p:cNvPr id="8" name="Picture Placeholder 7">
            <a:extLst>
              <a:ext uri="{FF2B5EF4-FFF2-40B4-BE49-F238E27FC236}">
                <a16:creationId xmlns:a16="http://schemas.microsoft.com/office/drawing/2014/main" id="{A3DDCF11-EBBF-48BB-8FF1-3BCC5342FE32}"/>
              </a:ext>
            </a:extLst>
          </p:cNvPr>
          <p:cNvSpPr>
            <a:spLocks noGrp="1"/>
          </p:cNvSpPr>
          <p:nvPr>
            <p:ph type="pic" sz="quarter" idx="13"/>
          </p:nvPr>
        </p:nvSpPr>
        <p:spPr>
          <a:xfrm>
            <a:off x="877824" y="914400"/>
            <a:ext cx="5212080" cy="5029200"/>
          </a:xfrm>
          <a:solidFill>
            <a:schemeClr val="bg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6448508" y="960120"/>
            <a:ext cx="4905292" cy="914400"/>
          </a:xfrm>
        </p:spPr>
        <p:txBody>
          <a:bodyPr/>
          <a:lstStyle>
            <a:lvl1pPr algn="ctr">
              <a:defRPr>
                <a:solidFill>
                  <a:schemeClr val="accent3">
                    <a:lumMod val="2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183880" y="2688336"/>
            <a:ext cx="2862072" cy="713232"/>
          </a:xfrm>
        </p:spPr>
        <p:txBody>
          <a:bodyPr anchor="ctr" anchorCtr="0">
            <a:normAutofit/>
          </a:bodyPr>
          <a:lstStyle>
            <a:lvl1pPr marL="0" indent="0">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nchor="b" anchorCtr="0"/>
          <a:lstStyle>
            <a:lvl1pPr>
              <a:defRPr>
                <a:solidFill>
                  <a:schemeClr val="accent3">
                    <a:lumMod val="25000"/>
                  </a:schemeClr>
                </a:solidFill>
              </a:defRPr>
            </a:lvl1p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nchor="b" anchorCtr="0"/>
          <a:lstStyle>
            <a:lvl1pPr>
              <a:defRPr>
                <a:solidFill>
                  <a:schemeClr val="accent3">
                    <a:lumMod val="25000"/>
                  </a:schemeClr>
                </a:solidFill>
              </a:defRPr>
            </a:lvl1p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nchor="b" anchorCtr="0"/>
          <a:lstStyle>
            <a:lvl1pPr>
              <a:defRPr>
                <a:solidFill>
                  <a:schemeClr val="accent3">
                    <a:lumMod val="25000"/>
                  </a:schemeClr>
                </a:solidFill>
              </a:defRPr>
            </a:lvl1pPr>
          </a:lstStyle>
          <a:p>
            <a:fld id="{B5CEABB6-07DC-46E8-9B57-56EC44A396E5}" type="slidenum">
              <a:rPr lang="en-US" smtClean="0"/>
              <a:pPr/>
              <a:t>‹#›</a:t>
            </a:fld>
            <a:endParaRPr lang="en-US" dirty="0"/>
          </a:p>
        </p:txBody>
      </p:sp>
      <p:sp>
        <p:nvSpPr>
          <p:cNvPr id="11" name="Text Placeholder 10">
            <a:extLst>
              <a:ext uri="{FF2B5EF4-FFF2-40B4-BE49-F238E27FC236}">
                <a16:creationId xmlns:a16="http://schemas.microsoft.com/office/drawing/2014/main" id="{C5D1F2BB-3E57-46BA-8BCC-5F9B17C8BDB3}"/>
              </a:ext>
            </a:extLst>
          </p:cNvPr>
          <p:cNvSpPr>
            <a:spLocks noGrp="1"/>
          </p:cNvSpPr>
          <p:nvPr>
            <p:ph type="body" sz="quarter" idx="14" hasCustomPrompt="1"/>
          </p:nvPr>
        </p:nvSpPr>
        <p:spPr>
          <a:xfrm>
            <a:off x="6620256" y="2779776"/>
            <a:ext cx="786384" cy="655984"/>
          </a:xfrm>
        </p:spPr>
        <p:txBody>
          <a:bodyPr anchor="ctr" anchorCtr="0">
            <a:noAutofit/>
          </a:bodyPr>
          <a:lstStyle>
            <a:lvl1pPr marL="0" indent="0">
              <a:buNone/>
              <a:defRPr sz="3600" b="0" spc="300" baseline="30000">
                <a:solidFill>
                  <a:schemeClr val="tx2"/>
                </a:solidFill>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No.</a:t>
            </a:r>
          </a:p>
        </p:txBody>
      </p:sp>
      <p:sp>
        <p:nvSpPr>
          <p:cNvPr id="9" name="Content Placeholder 2">
            <a:extLst>
              <a:ext uri="{FF2B5EF4-FFF2-40B4-BE49-F238E27FC236}">
                <a16:creationId xmlns:a16="http://schemas.microsoft.com/office/drawing/2014/main" id="{48C13CD1-B240-4AFC-AF08-95A80AEEFEE2}"/>
              </a:ext>
            </a:extLst>
          </p:cNvPr>
          <p:cNvSpPr>
            <a:spLocks noGrp="1"/>
          </p:cNvSpPr>
          <p:nvPr>
            <p:ph idx="15" hasCustomPrompt="1"/>
          </p:nvPr>
        </p:nvSpPr>
        <p:spPr>
          <a:xfrm>
            <a:off x="8183880" y="3849624"/>
            <a:ext cx="2862072" cy="731520"/>
          </a:xfrm>
        </p:spPr>
        <p:txBody>
          <a:bodyPr anchor="ctr" anchorCtr="0">
            <a:normAutofit/>
          </a:bodyPr>
          <a:lstStyle>
            <a:lvl1pPr marL="0" indent="0">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2" name="Content Placeholder 2">
            <a:extLst>
              <a:ext uri="{FF2B5EF4-FFF2-40B4-BE49-F238E27FC236}">
                <a16:creationId xmlns:a16="http://schemas.microsoft.com/office/drawing/2014/main" id="{AEE266CC-F8CC-4C06-B1E4-3D7E399F8936}"/>
              </a:ext>
            </a:extLst>
          </p:cNvPr>
          <p:cNvSpPr>
            <a:spLocks noGrp="1"/>
          </p:cNvSpPr>
          <p:nvPr>
            <p:ph idx="17" hasCustomPrompt="1"/>
          </p:nvPr>
        </p:nvSpPr>
        <p:spPr>
          <a:xfrm>
            <a:off x="8183880" y="4992624"/>
            <a:ext cx="2862072" cy="749808"/>
          </a:xfrm>
        </p:spPr>
        <p:txBody>
          <a:bodyPr anchor="ctr" anchorCtr="0">
            <a:normAutofit/>
          </a:bodyPr>
          <a:lstStyle>
            <a:lvl1pPr marL="0" indent="0">
              <a:buNone/>
              <a:defRPr sz="1400">
                <a:solidFill>
                  <a:schemeClr val="accent3">
                    <a:lumMod val="25000"/>
                  </a:schemeClr>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dirty="0"/>
              <a:t>Click to edit text</a:t>
            </a:r>
          </a:p>
        </p:txBody>
      </p:sp>
      <p:sp>
        <p:nvSpPr>
          <p:cNvPr id="14" name="Text Placeholder 13">
            <a:extLst>
              <a:ext uri="{FF2B5EF4-FFF2-40B4-BE49-F238E27FC236}">
                <a16:creationId xmlns:a16="http://schemas.microsoft.com/office/drawing/2014/main" id="{CC7B8197-5533-4814-8838-67C657A3B73C}"/>
              </a:ext>
            </a:extLst>
          </p:cNvPr>
          <p:cNvSpPr>
            <a:spLocks noGrp="1"/>
          </p:cNvSpPr>
          <p:nvPr>
            <p:ph type="body" sz="quarter" idx="20" hasCustomPrompt="1"/>
          </p:nvPr>
        </p:nvSpPr>
        <p:spPr>
          <a:xfrm>
            <a:off x="7187184" y="2788920"/>
            <a:ext cx="731520" cy="731520"/>
          </a:xfrm>
        </p:spPr>
        <p:txBody>
          <a:bodyPr anchor="b" anchorCtr="0">
            <a:normAutofit/>
          </a:bodyPr>
          <a:lstStyle>
            <a:lvl1pPr marL="0" indent="0">
              <a:buNone/>
              <a:defRPr sz="560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1</a:t>
            </a:r>
          </a:p>
        </p:txBody>
      </p:sp>
      <p:sp>
        <p:nvSpPr>
          <p:cNvPr id="16" name="Text Placeholder 10">
            <a:extLst>
              <a:ext uri="{FF2B5EF4-FFF2-40B4-BE49-F238E27FC236}">
                <a16:creationId xmlns:a16="http://schemas.microsoft.com/office/drawing/2014/main" id="{5A5A7DC7-2FC5-48F8-9345-17A7C96CD257}"/>
              </a:ext>
            </a:extLst>
          </p:cNvPr>
          <p:cNvSpPr>
            <a:spLocks noGrp="1"/>
          </p:cNvSpPr>
          <p:nvPr>
            <p:ph type="body" sz="quarter" idx="21" hasCustomPrompt="1"/>
          </p:nvPr>
        </p:nvSpPr>
        <p:spPr>
          <a:xfrm>
            <a:off x="6620256" y="3840480"/>
            <a:ext cx="786384" cy="655984"/>
          </a:xfrm>
        </p:spPr>
        <p:txBody>
          <a:bodyPr anchor="b" anchorCtr="0">
            <a:noAutofit/>
          </a:bodyPr>
          <a:lstStyle>
            <a:lvl1pPr marL="0" indent="0">
              <a:buNone/>
              <a:defRPr sz="3600" b="0" spc="300" baseline="30000">
                <a:solidFill>
                  <a:schemeClr val="tx2"/>
                </a:solidFill>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No.</a:t>
            </a:r>
          </a:p>
        </p:txBody>
      </p:sp>
      <p:sp>
        <p:nvSpPr>
          <p:cNvPr id="17" name="Text Placeholder 13">
            <a:extLst>
              <a:ext uri="{FF2B5EF4-FFF2-40B4-BE49-F238E27FC236}">
                <a16:creationId xmlns:a16="http://schemas.microsoft.com/office/drawing/2014/main" id="{AF89EB7C-DC5A-461B-BA21-63D329893167}"/>
              </a:ext>
            </a:extLst>
          </p:cNvPr>
          <p:cNvSpPr>
            <a:spLocks noGrp="1"/>
          </p:cNvSpPr>
          <p:nvPr>
            <p:ph type="body" sz="quarter" idx="22" hasCustomPrompt="1"/>
          </p:nvPr>
        </p:nvSpPr>
        <p:spPr>
          <a:xfrm>
            <a:off x="7187184" y="3950208"/>
            <a:ext cx="731520" cy="731520"/>
          </a:xfrm>
        </p:spPr>
        <p:txBody>
          <a:bodyPr anchor="b" anchorCtr="0">
            <a:normAutofit/>
          </a:bodyPr>
          <a:lstStyle>
            <a:lvl1pPr marL="0" indent="0">
              <a:buNone/>
              <a:defRPr sz="560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2</a:t>
            </a:r>
          </a:p>
        </p:txBody>
      </p:sp>
      <p:sp>
        <p:nvSpPr>
          <p:cNvPr id="21" name="Text Placeholder 10">
            <a:extLst>
              <a:ext uri="{FF2B5EF4-FFF2-40B4-BE49-F238E27FC236}">
                <a16:creationId xmlns:a16="http://schemas.microsoft.com/office/drawing/2014/main" id="{1BF30512-FBFE-40CF-8565-50BAA99A4FDC}"/>
              </a:ext>
            </a:extLst>
          </p:cNvPr>
          <p:cNvSpPr>
            <a:spLocks noGrp="1"/>
          </p:cNvSpPr>
          <p:nvPr>
            <p:ph type="body" sz="quarter" idx="23" hasCustomPrompt="1"/>
          </p:nvPr>
        </p:nvSpPr>
        <p:spPr>
          <a:xfrm>
            <a:off x="6620256" y="4983480"/>
            <a:ext cx="786384" cy="655984"/>
          </a:xfrm>
        </p:spPr>
        <p:txBody>
          <a:bodyPr anchor="b" anchorCtr="0">
            <a:noAutofit/>
          </a:bodyPr>
          <a:lstStyle>
            <a:lvl1pPr marL="0" indent="0">
              <a:buNone/>
              <a:defRPr sz="3600" b="0" spc="300" baseline="30000">
                <a:solidFill>
                  <a:schemeClr val="tx2"/>
                </a:solidFill>
                <a:latin typeface="+mj-lt"/>
              </a:defRPr>
            </a:lvl1pPr>
            <a:lvl2pPr marL="457200" indent="0">
              <a:buNone/>
              <a:defRPr sz="2000">
                <a:latin typeface="+mj-lt"/>
              </a:defRPr>
            </a:lvl2pPr>
            <a:lvl3pPr marL="914400" indent="0">
              <a:buNone/>
              <a:defRPr sz="2000">
                <a:latin typeface="+mj-lt"/>
              </a:defRPr>
            </a:lvl3pPr>
            <a:lvl4pPr marL="1371600" indent="0">
              <a:buNone/>
              <a:defRPr sz="2000">
                <a:latin typeface="+mj-lt"/>
              </a:defRPr>
            </a:lvl4pPr>
            <a:lvl5pPr marL="1828800" indent="0">
              <a:buNone/>
              <a:defRPr sz="2000">
                <a:latin typeface="+mj-lt"/>
              </a:defRPr>
            </a:lvl5pPr>
          </a:lstStyle>
          <a:p>
            <a:pPr lvl="0"/>
            <a:r>
              <a:rPr lang="en-US" dirty="0"/>
              <a:t>No.</a:t>
            </a:r>
          </a:p>
        </p:txBody>
      </p:sp>
      <p:sp>
        <p:nvSpPr>
          <p:cNvPr id="22" name="Text Placeholder 13">
            <a:extLst>
              <a:ext uri="{FF2B5EF4-FFF2-40B4-BE49-F238E27FC236}">
                <a16:creationId xmlns:a16="http://schemas.microsoft.com/office/drawing/2014/main" id="{29E43D0B-1071-466B-B883-92B9D02F09E8}"/>
              </a:ext>
            </a:extLst>
          </p:cNvPr>
          <p:cNvSpPr>
            <a:spLocks noGrp="1"/>
          </p:cNvSpPr>
          <p:nvPr>
            <p:ph type="body" sz="quarter" idx="24" hasCustomPrompt="1"/>
          </p:nvPr>
        </p:nvSpPr>
        <p:spPr>
          <a:xfrm>
            <a:off x="7187184" y="5111496"/>
            <a:ext cx="731520" cy="731520"/>
          </a:xfrm>
        </p:spPr>
        <p:txBody>
          <a:bodyPr anchor="b" anchorCtr="0">
            <a:normAutofit/>
          </a:bodyPr>
          <a:lstStyle>
            <a:lvl1pPr marL="0" indent="0">
              <a:buNone/>
              <a:defRPr sz="5600">
                <a:solidFill>
                  <a:schemeClr val="tx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3</a:t>
            </a:r>
          </a:p>
        </p:txBody>
      </p:sp>
      <p:grpSp>
        <p:nvGrpSpPr>
          <p:cNvPr id="23" name="Group 22">
            <a:extLst>
              <a:ext uri="{FF2B5EF4-FFF2-40B4-BE49-F238E27FC236}">
                <a16:creationId xmlns:a16="http://schemas.microsoft.com/office/drawing/2014/main" id="{250BA95E-CDDF-419E-808E-3B59CA01E4E8}"/>
              </a:ext>
              <a:ext uri="{C183D7F6-B498-43B3-948B-1728B52AA6E4}">
                <adec:decorative xmlns:adec="http://schemas.microsoft.com/office/drawing/2017/decorative" val="1"/>
              </a:ext>
            </a:extLst>
          </p:cNvPr>
          <p:cNvGrpSpPr/>
          <p:nvPr userDrawn="1"/>
        </p:nvGrpSpPr>
        <p:grpSpPr>
          <a:xfrm>
            <a:off x="7009472" y="1943463"/>
            <a:ext cx="3832828" cy="2136"/>
            <a:chOff x="7009472" y="1943463"/>
            <a:chExt cx="3832828" cy="2136"/>
          </a:xfrm>
          <a:solidFill>
            <a:schemeClr val="accent3">
              <a:lumMod val="25000"/>
            </a:schemeClr>
          </a:solidFill>
        </p:grpSpPr>
        <p:cxnSp>
          <p:nvCxnSpPr>
            <p:cNvPr id="24" name="Straight Connector 23">
              <a:extLst>
                <a:ext uri="{FF2B5EF4-FFF2-40B4-BE49-F238E27FC236}">
                  <a16:creationId xmlns:a16="http://schemas.microsoft.com/office/drawing/2014/main" id="{D67A0655-E45C-49C2-AADC-0829E7E67581}"/>
                </a:ext>
              </a:extLst>
            </p:cNvPr>
            <p:cNvCxnSpPr>
              <a:cxnSpLocks/>
            </p:cNvCxnSpPr>
            <p:nvPr/>
          </p:nvCxnSpPr>
          <p:spPr>
            <a:xfrm>
              <a:off x="7009472" y="1943463"/>
              <a:ext cx="1371600" cy="0"/>
            </a:xfrm>
            <a:prstGeom prst="line">
              <a:avLst/>
            </a:prstGeom>
            <a:grpFill/>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013C2C0-9B08-4EDE-B15B-FF5C1BB55327}"/>
                </a:ext>
              </a:extLst>
            </p:cNvPr>
            <p:cNvCxnSpPr>
              <a:cxnSpLocks/>
            </p:cNvCxnSpPr>
            <p:nvPr/>
          </p:nvCxnSpPr>
          <p:spPr>
            <a:xfrm>
              <a:off x="9470700" y="1945599"/>
              <a:ext cx="1371600" cy="0"/>
            </a:xfrm>
            <a:prstGeom prst="line">
              <a:avLst/>
            </a:prstGeom>
            <a:grpFill/>
            <a:ln w="1270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grpSp>
      <p:pic>
        <p:nvPicPr>
          <p:cNvPr id="26" name="Graphic 25" descr="sprig icon">
            <a:extLst>
              <a:ext uri="{FF2B5EF4-FFF2-40B4-BE49-F238E27FC236}">
                <a16:creationId xmlns:a16="http://schemas.microsoft.com/office/drawing/2014/main" id="{19D5E825-EB79-4044-93F6-2C3F8490132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9691531" flipH="1">
            <a:off x="8536514" y="1719135"/>
            <a:ext cx="808894" cy="359243"/>
          </a:xfrm>
          <a:prstGeom prst="rect">
            <a:avLst/>
          </a:prstGeom>
        </p:spPr>
      </p:pic>
    </p:spTree>
    <p:extLst>
      <p:ext uri="{BB962C8B-B14F-4D97-AF65-F5344CB8AC3E}">
        <p14:creationId xmlns:p14="http://schemas.microsoft.com/office/powerpoint/2010/main" val="1336812666"/>
      </p:ext>
    </p:extLst>
  </p:cSld>
  <p:clrMapOvr>
    <a:masterClrMapping/>
  </p:clrMapOvr>
  <p:extLst>
    <p:ext uri="{DCECCB84-F9BA-43D5-87BE-67443E8EF086}">
      <p15:sldGuideLst xmlns:p15="http://schemas.microsoft.com/office/powerpoint/2012/main">
        <p15:guide id="1" orient="horz" pos="17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FC6AF499-A975-4930-A45C-320ABE4AA982}"/>
              </a:ext>
            </a:extLst>
          </p:cNvPr>
          <p:cNvSpPr>
            <a:spLocks noGrp="1"/>
          </p:cNvSpPr>
          <p:nvPr>
            <p:ph type="pic" sz="quarter" idx="14"/>
          </p:nvPr>
        </p:nvSpPr>
        <p:spPr>
          <a:xfrm>
            <a:off x="1524" y="0"/>
            <a:ext cx="12188952" cy="6858000"/>
          </a:xfrm>
          <a:solidFill>
            <a:schemeClr val="tx2"/>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41248" y="1280160"/>
            <a:ext cx="3191256" cy="914400"/>
          </a:xfrm>
        </p:spPr>
        <p:txBody>
          <a:bodyPr/>
          <a:lstStyle>
            <a:lvl1pPr algn="ctr">
              <a:defRPr>
                <a:solidFill>
                  <a:schemeClr val="accent3"/>
                </a:solidFill>
              </a:defRPr>
            </a:lvl1p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41248" y="2624328"/>
            <a:ext cx="3191256" cy="804672"/>
          </a:xfrm>
        </p:spPr>
        <p:txBody>
          <a:bodyPr>
            <a:normAutofit/>
          </a:bodyPr>
          <a:lstStyle>
            <a:lvl1pPr marL="0" indent="0" algn="ctr">
              <a:lnSpc>
                <a:spcPts val="2100"/>
              </a:lnSpc>
              <a:buNone/>
              <a:defRPr sz="1400">
                <a:solidFill>
                  <a:schemeClr val="bg1"/>
                </a:solidFill>
              </a:defRPr>
            </a:lvl1pPr>
            <a:lvl2pPr marL="457200" indent="0" algn="ctr">
              <a:lnSpc>
                <a:spcPts val="2100"/>
              </a:lnSpc>
              <a:buNone/>
              <a:defRPr sz="1400">
                <a:solidFill>
                  <a:schemeClr val="bg1"/>
                </a:solidFill>
              </a:defRPr>
            </a:lvl2pPr>
            <a:lvl3pPr marL="914400" indent="0" algn="ctr">
              <a:lnSpc>
                <a:spcPts val="2100"/>
              </a:lnSpc>
              <a:buNone/>
              <a:defRPr sz="1400">
                <a:solidFill>
                  <a:schemeClr val="bg1"/>
                </a:solidFill>
              </a:defRPr>
            </a:lvl3pPr>
            <a:lvl4pPr marL="1371600" indent="0" algn="ctr">
              <a:lnSpc>
                <a:spcPts val="2100"/>
              </a:lnSpc>
              <a:buNone/>
              <a:defRPr sz="1400">
                <a:solidFill>
                  <a:schemeClr val="bg1"/>
                </a:solidFill>
              </a:defRPr>
            </a:lvl4pPr>
            <a:lvl5pPr marL="1828800" indent="0" algn="ctr">
              <a:lnSpc>
                <a:spcPts val="2100"/>
              </a:lnSpc>
              <a:buNone/>
              <a:defRPr sz="1400">
                <a:solidFill>
                  <a:schemeClr val="bg1"/>
                </a:solidFill>
              </a:defRPr>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lvl1p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8" name="Content Placeholder 2">
            <a:extLst>
              <a:ext uri="{FF2B5EF4-FFF2-40B4-BE49-F238E27FC236}">
                <a16:creationId xmlns:a16="http://schemas.microsoft.com/office/drawing/2014/main" id="{5D9AFEBB-77FA-45B8-93D7-F6A638A01962}"/>
              </a:ext>
            </a:extLst>
          </p:cNvPr>
          <p:cNvSpPr>
            <a:spLocks noGrp="1"/>
          </p:cNvSpPr>
          <p:nvPr>
            <p:ph idx="15" hasCustomPrompt="1"/>
          </p:nvPr>
        </p:nvSpPr>
        <p:spPr>
          <a:xfrm>
            <a:off x="841248" y="4043553"/>
            <a:ext cx="3191256" cy="804672"/>
          </a:xfrm>
        </p:spPr>
        <p:txBody>
          <a:bodyPr>
            <a:normAutofit/>
          </a:bodyPr>
          <a:lstStyle>
            <a:lvl1pPr marL="0" indent="0" algn="ctr">
              <a:lnSpc>
                <a:spcPts val="2100"/>
              </a:lnSpc>
              <a:buNone/>
              <a:defRPr sz="1400">
                <a:solidFill>
                  <a:schemeClr val="bg1"/>
                </a:solidFill>
              </a:defRPr>
            </a:lvl1pPr>
            <a:lvl2pPr marL="457200" indent="0" algn="ctr">
              <a:lnSpc>
                <a:spcPts val="2100"/>
              </a:lnSpc>
              <a:buNone/>
              <a:defRPr sz="1400">
                <a:solidFill>
                  <a:schemeClr val="bg1"/>
                </a:solidFill>
              </a:defRPr>
            </a:lvl2pPr>
            <a:lvl3pPr marL="914400" indent="0" algn="ctr">
              <a:lnSpc>
                <a:spcPts val="2100"/>
              </a:lnSpc>
              <a:buNone/>
              <a:defRPr sz="1400">
                <a:solidFill>
                  <a:schemeClr val="bg1"/>
                </a:solidFill>
              </a:defRPr>
            </a:lvl3pPr>
            <a:lvl4pPr marL="1371600" indent="0" algn="ctr">
              <a:lnSpc>
                <a:spcPts val="2100"/>
              </a:lnSpc>
              <a:buNone/>
              <a:defRPr sz="1400">
                <a:solidFill>
                  <a:schemeClr val="bg1"/>
                </a:solidFill>
              </a:defRPr>
            </a:lvl4pPr>
            <a:lvl5pPr marL="1828800" indent="0" algn="ctr">
              <a:lnSpc>
                <a:spcPts val="2100"/>
              </a:lnSpc>
              <a:buNone/>
              <a:defRPr sz="1400">
                <a:solidFill>
                  <a:schemeClr val="bg1"/>
                </a:solidFill>
              </a:defRPr>
            </a:lvl5pPr>
          </a:lstStyle>
          <a:p>
            <a:pPr lvl="0"/>
            <a:r>
              <a:rPr lang="en-US" dirty="0"/>
              <a:t>Click to edit text</a:t>
            </a:r>
          </a:p>
        </p:txBody>
      </p:sp>
    </p:spTree>
    <p:extLst>
      <p:ext uri="{BB962C8B-B14F-4D97-AF65-F5344CB8AC3E}">
        <p14:creationId xmlns:p14="http://schemas.microsoft.com/office/powerpoint/2010/main" val="45757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AF2033B6-A37A-42D0-8C26-9C7E14CFDEE5}"/>
              </a:ext>
            </a:extLst>
          </p:cNvPr>
          <p:cNvSpPr>
            <a:spLocks noGrp="1"/>
          </p:cNvSpPr>
          <p:nvPr>
            <p:ph type="pic" sz="quarter" idx="14"/>
          </p:nvPr>
        </p:nvSpPr>
        <p:spPr>
          <a:xfrm>
            <a:off x="1524" y="0"/>
            <a:ext cx="12188952" cy="6858000"/>
          </a:xfrm>
          <a:solidFill>
            <a:schemeClr val="accent1"/>
          </a:solidFill>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046720" y="1280160"/>
            <a:ext cx="3438144" cy="914400"/>
          </a:xfrm>
        </p:spPr>
        <p:txBody>
          <a:bodyPr/>
          <a:lstStyle>
            <a:lvl1pPr algn="ctr">
              <a:defRPr>
                <a:solidFill>
                  <a:schemeClr val="accent3">
                    <a:lumMod val="25000"/>
                  </a:schemeClr>
                </a:solidFill>
              </a:defRPr>
            </a:lvl1pPr>
          </a:lstStyle>
          <a:p>
            <a:r>
              <a:rPr lang="en-US" dirty="0"/>
              <a:t>Click to edit title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hasCustomPrompt="1"/>
          </p:nvPr>
        </p:nvSpPr>
        <p:spPr>
          <a:xfrm>
            <a:off x="8165592" y="2770632"/>
            <a:ext cx="3200400" cy="457200"/>
          </a:xfrm>
        </p:spPr>
        <p:txBody>
          <a:bodyPr>
            <a:noAutofit/>
          </a:bodyPr>
          <a:lstStyle>
            <a:lvl1pPr marL="0" indent="0" algn="ctr">
              <a:lnSpc>
                <a:spcPts val="2100"/>
              </a:lnSpc>
              <a:buNone/>
              <a:defRPr sz="2000" spc="300">
                <a:solidFill>
                  <a:schemeClr val="accent3">
                    <a:lumMod val="25000"/>
                  </a:schemeClr>
                </a:solidFill>
              </a:defRPr>
            </a:lvl1pPr>
            <a:lvl2pPr marL="457200" indent="0">
              <a:lnSpc>
                <a:spcPts val="2100"/>
              </a:lnSpc>
              <a:buFont typeface="Arial" panose="020B0604020202020204" pitchFamily="34" charset="0"/>
              <a:buNone/>
              <a:defRPr sz="1400"/>
            </a:lvl2pPr>
            <a:lvl3pPr marL="914400" indent="0">
              <a:lnSpc>
                <a:spcPts val="2100"/>
              </a:lnSpc>
              <a:buNone/>
              <a:defRPr sz="1400"/>
            </a:lvl3pPr>
            <a:lvl4pPr marL="1371600" indent="0">
              <a:lnSpc>
                <a:spcPts val="2100"/>
              </a:lnSpc>
              <a:buNone/>
              <a:defRPr sz="1400"/>
            </a:lvl4pPr>
            <a:lvl5pPr marL="1828800" indent="0">
              <a:lnSpc>
                <a:spcPts val="2100"/>
              </a:lnSpc>
              <a:buNone/>
              <a:defRPr sz="1400"/>
            </a:lvl5pPr>
          </a:lstStyle>
          <a:p>
            <a:pPr lvl="0"/>
            <a:r>
              <a:rPr lang="en-US" dirty="0"/>
              <a:t>CLICK TO EDIT TEXT</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
        <p:nvSpPr>
          <p:cNvPr id="10" name="Content Placeholder 2">
            <a:extLst>
              <a:ext uri="{FF2B5EF4-FFF2-40B4-BE49-F238E27FC236}">
                <a16:creationId xmlns:a16="http://schemas.microsoft.com/office/drawing/2014/main" id="{26C5036E-BEC3-4FC6-A05E-18F7A078B167}"/>
              </a:ext>
            </a:extLst>
          </p:cNvPr>
          <p:cNvSpPr>
            <a:spLocks noGrp="1"/>
          </p:cNvSpPr>
          <p:nvPr>
            <p:ph idx="15" hasCustomPrompt="1"/>
          </p:nvPr>
        </p:nvSpPr>
        <p:spPr>
          <a:xfrm>
            <a:off x="8403336" y="3922776"/>
            <a:ext cx="2715768" cy="1289304"/>
          </a:xfrm>
        </p:spPr>
        <p:txBody>
          <a:bodyPr>
            <a:noAutofit/>
          </a:bodyPr>
          <a:lstStyle>
            <a:lvl1pPr marL="0" indent="0" algn="ctr">
              <a:lnSpc>
                <a:spcPct val="100000"/>
              </a:lnSpc>
              <a:buNone/>
              <a:defRPr sz="1600">
                <a:solidFill>
                  <a:schemeClr val="accent3">
                    <a:lumMod val="25000"/>
                  </a:schemeClr>
                </a:solidFill>
              </a:defRPr>
            </a:lvl1pPr>
            <a:lvl2pPr marL="457200" indent="0">
              <a:lnSpc>
                <a:spcPts val="2100"/>
              </a:lnSpc>
              <a:buFont typeface="Arial" panose="020B0604020202020204" pitchFamily="34" charset="0"/>
              <a:buNone/>
              <a:defRPr sz="1400"/>
            </a:lvl2pPr>
            <a:lvl3pPr marL="914400" indent="0">
              <a:lnSpc>
                <a:spcPts val="2100"/>
              </a:lnSpc>
              <a:buNone/>
              <a:defRPr sz="1400"/>
            </a:lvl3pPr>
            <a:lvl4pPr marL="1371600" indent="0">
              <a:lnSpc>
                <a:spcPts val="2100"/>
              </a:lnSpc>
              <a:buNone/>
              <a:defRPr sz="1400"/>
            </a:lvl4pPr>
            <a:lvl5pPr marL="1828800" indent="0">
              <a:lnSpc>
                <a:spcPts val="2100"/>
              </a:lnSpc>
              <a:buNone/>
              <a:defRPr sz="1400"/>
            </a:lvl5pPr>
          </a:lstStyle>
          <a:p>
            <a:pPr lvl="0"/>
            <a:r>
              <a:rPr lang="en-US" dirty="0"/>
              <a:t>Click to edit text</a:t>
            </a:r>
          </a:p>
        </p:txBody>
      </p:sp>
    </p:spTree>
    <p:extLst>
      <p:ext uri="{BB962C8B-B14F-4D97-AF65-F5344CB8AC3E}">
        <p14:creationId xmlns:p14="http://schemas.microsoft.com/office/powerpoint/2010/main" val="3576392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p:txBody>
          <a:bodyPr/>
          <a:lstStyle>
            <a:lvl1pPr>
              <a:defRPr>
                <a:solidFill>
                  <a:schemeClr val="accent3">
                    <a:lumMod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p:txBody>
          <a:bodyPr/>
          <a:lstStyle>
            <a:lvl1pPr>
              <a:defRPr>
                <a:solidFill>
                  <a:schemeClr val="accent3">
                    <a:lumMod val="25000"/>
                  </a:schemeClr>
                </a:solidFill>
              </a:defRPr>
            </a:lvl1pPr>
            <a:lvl2pPr>
              <a:defRPr>
                <a:solidFill>
                  <a:schemeClr val="accent3">
                    <a:lumMod val="25000"/>
                  </a:schemeClr>
                </a:solidFill>
              </a:defRPr>
            </a:lvl2pPr>
            <a:lvl3pPr>
              <a:defRPr>
                <a:solidFill>
                  <a:schemeClr val="accent3">
                    <a:lumMod val="25000"/>
                  </a:schemeClr>
                </a:solidFill>
              </a:defRPr>
            </a:lvl3pPr>
            <a:lvl4pPr>
              <a:defRPr>
                <a:solidFill>
                  <a:schemeClr val="accent3">
                    <a:lumMod val="25000"/>
                  </a:schemeClr>
                </a:solidFill>
              </a:defRPr>
            </a:lvl4pPr>
            <a:lvl5pPr>
              <a:defRPr>
                <a:solidFill>
                  <a:schemeClr val="accent3">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p>
            <a:r>
              <a:rPr lang="en-US" dirty="0"/>
              <a:t>Conference presentation</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1164587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4411E-20EA-4627-8A68-17038DCE1876}"/>
              </a:ext>
            </a:extLst>
          </p:cNvPr>
          <p:cNvSpPr>
            <a:spLocks noGrp="1"/>
          </p:cNvSpPr>
          <p:nvPr>
            <p:ph type="title"/>
          </p:nvPr>
        </p:nvSpPr>
        <p:spPr>
          <a:xfrm>
            <a:off x="7421563" y="2342144"/>
            <a:ext cx="3932237" cy="1600200"/>
          </a:xfrm>
        </p:spPr>
        <p:txBody>
          <a:bodyPr anchor="ctr">
            <a:normAutofit/>
          </a:bodyPr>
          <a:lstStyle>
            <a:lvl1pPr algn="ctr">
              <a:defRPr sz="4000">
                <a:solidFill>
                  <a:schemeClr val="accent3">
                    <a:lumMod val="25000"/>
                  </a:schemeClr>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974E5B2-1EB9-4222-8FAB-65BDC9A9500F}"/>
              </a:ext>
            </a:extLst>
          </p:cNvPr>
          <p:cNvSpPr>
            <a:spLocks noGrp="1"/>
          </p:cNvSpPr>
          <p:nvPr>
            <p:ph idx="1"/>
          </p:nvPr>
        </p:nvSpPr>
        <p:spPr>
          <a:xfrm>
            <a:off x="495300" y="859089"/>
            <a:ext cx="6172200" cy="4873625"/>
          </a:xfrm>
        </p:spPr>
        <p:txBody>
          <a:bodyPr/>
          <a:lstStyle>
            <a:lvl1pPr>
              <a:defRPr sz="3200">
                <a:solidFill>
                  <a:schemeClr val="accent3">
                    <a:lumMod val="25000"/>
                  </a:schemeClr>
                </a:solidFill>
              </a:defRPr>
            </a:lvl1pPr>
            <a:lvl2pPr>
              <a:defRPr sz="2800">
                <a:solidFill>
                  <a:schemeClr val="accent3">
                    <a:lumMod val="25000"/>
                  </a:schemeClr>
                </a:solidFill>
              </a:defRPr>
            </a:lvl2pPr>
            <a:lvl3pPr>
              <a:defRPr sz="2400">
                <a:solidFill>
                  <a:schemeClr val="accent3">
                    <a:lumMod val="25000"/>
                  </a:schemeClr>
                </a:solidFill>
              </a:defRPr>
            </a:lvl3pPr>
            <a:lvl4pPr>
              <a:defRPr sz="2000">
                <a:solidFill>
                  <a:schemeClr val="accent3">
                    <a:lumMod val="25000"/>
                  </a:schemeClr>
                </a:solidFill>
              </a:defRPr>
            </a:lvl4pPr>
            <a:lvl5pPr>
              <a:defRPr sz="2000">
                <a:solidFill>
                  <a:schemeClr val="accent3">
                    <a:lumMod val="25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32AD86-1F8B-4DE6-9736-793E1781772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A60A3B3-8B02-4D8B-A982-7C7CA03A9290}"/>
              </a:ext>
            </a:extLst>
          </p:cNvPr>
          <p:cNvSpPr>
            <a:spLocks noGrp="1"/>
          </p:cNvSpPr>
          <p:nvPr>
            <p:ph type="ftr" sz="quarter" idx="11"/>
          </p:nvPr>
        </p:nvSpPr>
        <p:spPr/>
        <p:txBody>
          <a:bodyPr/>
          <a:lstStyle/>
          <a:p>
            <a:r>
              <a:rPr lang="en-US" dirty="0"/>
              <a:t>Conference presentation</a:t>
            </a:r>
          </a:p>
        </p:txBody>
      </p:sp>
      <p:sp>
        <p:nvSpPr>
          <p:cNvPr id="7" name="Slide Number Placeholder 6">
            <a:extLst>
              <a:ext uri="{FF2B5EF4-FFF2-40B4-BE49-F238E27FC236}">
                <a16:creationId xmlns:a16="http://schemas.microsoft.com/office/drawing/2014/main" id="{989C9CBB-7187-447C-9F33-04CFDCD0B2D0}"/>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2506216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E034D-C1DD-48C0-BB6B-FDC6F8EBA558}"/>
              </a:ext>
            </a:extLst>
          </p:cNvPr>
          <p:cNvSpPr>
            <a:spLocks noGrp="1"/>
          </p:cNvSpPr>
          <p:nvPr>
            <p:ph type="title"/>
          </p:nvPr>
        </p:nvSpPr>
        <p:spPr>
          <a:xfrm>
            <a:off x="839788" y="365125"/>
            <a:ext cx="10515600" cy="1325563"/>
          </a:xfrm>
        </p:spPr>
        <p:txBody>
          <a:bodyPr/>
          <a:lstStyle>
            <a:lvl1pPr>
              <a:defRPr>
                <a:solidFill>
                  <a:schemeClr val="accent3">
                    <a:lumMod val="25000"/>
                  </a:schemeClr>
                </a:solidFill>
              </a:defRPr>
            </a:lvl1pPr>
          </a:lstStyle>
          <a:p>
            <a:r>
              <a:rPr lang="en-US"/>
              <a:t>Click to edit Master title style</a:t>
            </a:r>
          </a:p>
        </p:txBody>
      </p:sp>
      <p:sp>
        <p:nvSpPr>
          <p:cNvPr id="3" name="Text Placeholder 2">
            <a:extLst>
              <a:ext uri="{FF2B5EF4-FFF2-40B4-BE49-F238E27FC236}">
                <a16:creationId xmlns:a16="http://schemas.microsoft.com/office/drawing/2014/main" id="{D77FFB71-D3BF-4723-8C5E-44AD8F0E924D}"/>
              </a:ext>
            </a:extLst>
          </p:cNvPr>
          <p:cNvSpPr>
            <a:spLocks noGrp="1"/>
          </p:cNvSpPr>
          <p:nvPr>
            <p:ph type="body" idx="1"/>
          </p:nvPr>
        </p:nvSpPr>
        <p:spPr>
          <a:xfrm>
            <a:off x="839788" y="1681163"/>
            <a:ext cx="5157787" cy="823912"/>
          </a:xfrm>
        </p:spPr>
        <p:txBody>
          <a:bodyPr anchor="b"/>
          <a:lstStyle>
            <a:lvl1pPr marL="0" indent="0">
              <a:buNone/>
              <a:defRPr sz="2400" b="1">
                <a:solidFill>
                  <a:schemeClr val="accent3">
                    <a:lumMod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1BC8B9-8F2B-4131-A090-0ACBEEE80BB7}"/>
              </a:ext>
            </a:extLst>
          </p:cNvPr>
          <p:cNvSpPr>
            <a:spLocks noGrp="1"/>
          </p:cNvSpPr>
          <p:nvPr>
            <p:ph sz="half" idx="2"/>
          </p:nvPr>
        </p:nvSpPr>
        <p:spPr>
          <a:xfrm>
            <a:off x="839788" y="2505075"/>
            <a:ext cx="5157787" cy="3684588"/>
          </a:xfrm>
        </p:spPr>
        <p:txBody>
          <a:bodyPr/>
          <a:lstStyle>
            <a:lvl1pPr>
              <a:defRPr>
                <a:solidFill>
                  <a:schemeClr val="accent3">
                    <a:lumMod val="25000"/>
                  </a:schemeClr>
                </a:solidFill>
              </a:defRPr>
            </a:lvl1pPr>
            <a:lvl2pPr>
              <a:defRPr>
                <a:solidFill>
                  <a:schemeClr val="accent3">
                    <a:lumMod val="25000"/>
                  </a:schemeClr>
                </a:solidFill>
              </a:defRPr>
            </a:lvl2pPr>
            <a:lvl3pPr>
              <a:defRPr>
                <a:solidFill>
                  <a:schemeClr val="accent3">
                    <a:lumMod val="25000"/>
                  </a:schemeClr>
                </a:solidFill>
              </a:defRPr>
            </a:lvl3pPr>
            <a:lvl4pPr>
              <a:defRPr>
                <a:solidFill>
                  <a:schemeClr val="accent3">
                    <a:lumMod val="25000"/>
                  </a:schemeClr>
                </a:solidFill>
              </a:defRPr>
            </a:lvl4pPr>
            <a:lvl5pPr>
              <a:defRPr>
                <a:solidFill>
                  <a:schemeClr val="accent3">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14E40B-C52C-407A-9311-46FDCD84CB5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3">
                    <a:lumMod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96ED23-22F0-421E-849C-630BEABF8BD0}"/>
              </a:ext>
            </a:extLst>
          </p:cNvPr>
          <p:cNvSpPr>
            <a:spLocks noGrp="1"/>
          </p:cNvSpPr>
          <p:nvPr>
            <p:ph sz="quarter" idx="4"/>
          </p:nvPr>
        </p:nvSpPr>
        <p:spPr>
          <a:xfrm>
            <a:off x="6172200" y="2505075"/>
            <a:ext cx="5183188" cy="3684588"/>
          </a:xfrm>
        </p:spPr>
        <p:txBody>
          <a:bodyPr/>
          <a:lstStyle>
            <a:lvl1pPr>
              <a:defRPr>
                <a:solidFill>
                  <a:schemeClr val="accent3">
                    <a:lumMod val="25000"/>
                  </a:schemeClr>
                </a:solidFill>
              </a:defRPr>
            </a:lvl1pPr>
            <a:lvl2pPr>
              <a:defRPr>
                <a:solidFill>
                  <a:schemeClr val="accent3">
                    <a:lumMod val="25000"/>
                  </a:schemeClr>
                </a:solidFill>
              </a:defRPr>
            </a:lvl2pPr>
            <a:lvl3pPr>
              <a:defRPr>
                <a:solidFill>
                  <a:schemeClr val="accent3">
                    <a:lumMod val="25000"/>
                  </a:schemeClr>
                </a:solidFill>
              </a:defRPr>
            </a:lvl3pPr>
            <a:lvl4pPr>
              <a:defRPr>
                <a:solidFill>
                  <a:schemeClr val="accent3">
                    <a:lumMod val="25000"/>
                  </a:schemeClr>
                </a:solidFill>
              </a:defRPr>
            </a:lvl4pPr>
            <a:lvl5pPr>
              <a:defRPr>
                <a:solidFill>
                  <a:schemeClr val="accent3">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p>
            <a:r>
              <a:rPr lang="en-US" dirty="0"/>
              <a:t>20XX</a:t>
            </a:r>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p>
            <a:r>
              <a:rPr lang="en-US" dirty="0"/>
              <a:t>Conference presentation</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6926302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p:nvPr>
        </p:nvSpPr>
        <p:spPr/>
        <p:txBody>
          <a:bodyPr/>
          <a:lstStyle>
            <a:lvl1pPr>
              <a:defRPr>
                <a:solidFill>
                  <a:schemeClr val="accent3">
                    <a:lumMod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2BF6510-D603-481E-B685-9095150A2891}"/>
              </a:ext>
            </a:extLst>
          </p:cNvPr>
          <p:cNvSpPr>
            <a:spLocks noGrp="1"/>
          </p:cNvSpPr>
          <p:nvPr>
            <p:ph sz="half" idx="1"/>
          </p:nvPr>
        </p:nvSpPr>
        <p:spPr>
          <a:xfrm>
            <a:off x="838200" y="1825625"/>
            <a:ext cx="5181600" cy="4351338"/>
          </a:xfrm>
        </p:spPr>
        <p:txBody>
          <a:bodyPr/>
          <a:lstStyle>
            <a:lvl1pPr>
              <a:defRPr>
                <a:solidFill>
                  <a:schemeClr val="accent3">
                    <a:lumMod val="25000"/>
                  </a:schemeClr>
                </a:solidFill>
              </a:defRPr>
            </a:lvl1pPr>
            <a:lvl2pPr>
              <a:defRPr>
                <a:solidFill>
                  <a:schemeClr val="accent3">
                    <a:lumMod val="25000"/>
                  </a:schemeClr>
                </a:solidFill>
              </a:defRPr>
            </a:lvl2pPr>
            <a:lvl3pPr>
              <a:defRPr>
                <a:solidFill>
                  <a:schemeClr val="accent3">
                    <a:lumMod val="25000"/>
                  </a:schemeClr>
                </a:solidFill>
              </a:defRPr>
            </a:lvl3pPr>
            <a:lvl4pPr>
              <a:defRPr>
                <a:solidFill>
                  <a:schemeClr val="accent3">
                    <a:lumMod val="25000"/>
                  </a:schemeClr>
                </a:solidFill>
              </a:defRPr>
            </a:lvl4pPr>
            <a:lvl5pPr>
              <a:defRPr>
                <a:solidFill>
                  <a:schemeClr val="accent3">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743757-ABC3-44BF-87D3-5E323E9B00D9}"/>
              </a:ext>
            </a:extLst>
          </p:cNvPr>
          <p:cNvSpPr>
            <a:spLocks noGrp="1"/>
          </p:cNvSpPr>
          <p:nvPr>
            <p:ph sz="half" idx="2"/>
          </p:nvPr>
        </p:nvSpPr>
        <p:spPr>
          <a:xfrm>
            <a:off x="6172200" y="1825625"/>
            <a:ext cx="5181600" cy="4351338"/>
          </a:xfrm>
        </p:spPr>
        <p:txBody>
          <a:bodyPr/>
          <a:lstStyle>
            <a:lvl1pPr>
              <a:defRPr>
                <a:solidFill>
                  <a:schemeClr val="accent3">
                    <a:lumMod val="25000"/>
                  </a:schemeClr>
                </a:solidFill>
              </a:defRPr>
            </a:lvl1pPr>
            <a:lvl2pPr>
              <a:defRPr>
                <a:solidFill>
                  <a:schemeClr val="accent3">
                    <a:lumMod val="25000"/>
                  </a:schemeClr>
                </a:solidFill>
              </a:defRPr>
            </a:lvl2pPr>
            <a:lvl3pPr>
              <a:defRPr>
                <a:solidFill>
                  <a:schemeClr val="accent3">
                    <a:lumMod val="25000"/>
                  </a:schemeClr>
                </a:solidFill>
              </a:defRPr>
            </a:lvl3pPr>
            <a:lvl4pPr>
              <a:defRPr>
                <a:solidFill>
                  <a:schemeClr val="accent3">
                    <a:lumMod val="25000"/>
                  </a:schemeClr>
                </a:solidFill>
              </a:defRPr>
            </a:lvl4pPr>
            <a:lvl5pPr>
              <a:defRPr>
                <a:solidFill>
                  <a:schemeClr val="accent3">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A79566-C1F8-443D-A135-C668898477AE}"/>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035CF363-F733-460B-9E71-BF70442AC396}"/>
              </a:ext>
            </a:extLst>
          </p:cNvPr>
          <p:cNvSpPr>
            <a:spLocks noGrp="1"/>
          </p:cNvSpPr>
          <p:nvPr>
            <p:ph type="ftr" sz="quarter" idx="11"/>
          </p:nvPr>
        </p:nvSpPr>
        <p:spPr/>
        <p:txBody>
          <a:bodyPr/>
          <a:lstStyle/>
          <a:p>
            <a:r>
              <a:rPr lang="en-US" dirty="0"/>
              <a:t>Conference presentation</a:t>
            </a:r>
          </a:p>
        </p:txBody>
      </p:sp>
      <p:sp>
        <p:nvSpPr>
          <p:cNvPr id="7" name="Slide Number Placeholder 6">
            <a:extLst>
              <a:ext uri="{FF2B5EF4-FFF2-40B4-BE49-F238E27FC236}">
                <a16:creationId xmlns:a16="http://schemas.microsoft.com/office/drawing/2014/main" id="{A3B0FA47-58F4-4B95-AD52-4EFE7977ACEC}"/>
              </a:ext>
            </a:extLst>
          </p:cNvPr>
          <p:cNvSpPr>
            <a:spLocks noGrp="1"/>
          </p:cNvSpPr>
          <p:nvPr>
            <p:ph type="sldNum" sz="quarter" idx="12"/>
          </p:nvPr>
        </p:nvSpPr>
        <p:spPr/>
        <p:txBody>
          <a:bodyPr/>
          <a:lstStyle/>
          <a:p>
            <a:fld id="{B5CEABB6-07DC-46E8-9B57-56EC44A396E5}" type="slidenum">
              <a:rPr lang="en-US" smtClean="0"/>
              <a:t>‹#›</a:t>
            </a:fld>
            <a:endParaRPr lang="en-US" dirty="0"/>
          </a:p>
        </p:txBody>
      </p:sp>
    </p:spTree>
    <p:extLst>
      <p:ext uri="{BB962C8B-B14F-4D97-AF65-F5344CB8AC3E}">
        <p14:creationId xmlns:p14="http://schemas.microsoft.com/office/powerpoint/2010/main" val="489493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457200" y="6488702"/>
            <a:ext cx="2743200" cy="182880"/>
          </a:xfrm>
          <a:prstGeom prst="rect">
            <a:avLst/>
          </a:prstGeom>
        </p:spPr>
        <p:txBody>
          <a:bodyPr vert="horz" lIns="91440" tIns="45720" rIns="91440" bIns="45720" rtlCol="0" anchor="b" anchorCtr="0"/>
          <a:lstStyle>
            <a:lvl1pPr algn="l">
              <a:defRPr sz="1000" spc="300">
                <a:solidFill>
                  <a:schemeClr val="bg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488702"/>
            <a:ext cx="4114800" cy="182880"/>
          </a:xfrm>
          <a:prstGeom prst="rect">
            <a:avLst/>
          </a:prstGeom>
        </p:spPr>
        <p:txBody>
          <a:bodyPr vert="horz" lIns="91440" tIns="45720" rIns="91440" bIns="45720" rtlCol="0" anchor="b" anchorCtr="0"/>
          <a:lstStyle>
            <a:lvl1pPr algn="ctr">
              <a:defRPr sz="1000" spc="300">
                <a:solidFill>
                  <a:schemeClr val="bg1"/>
                </a:solidFill>
              </a:defRPr>
            </a:lvl1pPr>
          </a:lstStyle>
          <a:p>
            <a:r>
              <a:rPr lang="en-US" dirty="0"/>
              <a:t>CONFERENCE PRESENTATION</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997696" y="6488702"/>
            <a:ext cx="2743200" cy="182880"/>
          </a:xfrm>
          <a:prstGeom prst="rect">
            <a:avLst/>
          </a:prstGeom>
        </p:spPr>
        <p:txBody>
          <a:bodyPr vert="horz" lIns="91440" tIns="45720" rIns="91440" bIns="45720" rtlCol="0" anchor="b" anchorCtr="0"/>
          <a:lstStyle>
            <a:lvl1pPr algn="r">
              <a:defRPr sz="1000">
                <a:solidFill>
                  <a:schemeClr val="bg1"/>
                </a:solidFill>
                <a:latin typeface="+mj-lt"/>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73" r:id="rId3"/>
    <p:sldLayoutId id="2147483651" r:id="rId4"/>
    <p:sldLayoutId id="2147483677" r:id="rId5"/>
    <p:sldLayoutId id="2147483667" r:id="rId6"/>
    <p:sldLayoutId id="2147483668" r:id="rId7"/>
    <p:sldLayoutId id="2147483656" r:id="rId8"/>
    <p:sldLayoutId id="2147483671" r:id="rId9"/>
    <p:sldLayoutId id="2147483674" r:id="rId10"/>
    <p:sldLayoutId id="2147483678" r:id="rId11"/>
    <p:sldLayoutId id="2147483675" r:id="rId12"/>
    <p:sldLayoutId id="2147483682" r:id="rId13"/>
    <p:sldLayoutId id="2147483666" r:id="rId14"/>
    <p:sldLayoutId id="2147483676" r:id="rId15"/>
    <p:sldLayoutId id="2147483650" r:id="rId16"/>
    <p:sldLayoutId id="2147483670" r:id="rId17"/>
    <p:sldLayoutId id="2147483653" r:id="rId18"/>
    <p:sldLayoutId id="2147483652" r:id="rId19"/>
  </p:sldLayoutIdLst>
  <p:hf hdr="0"/>
  <p:txStyles>
    <p:titleStyle>
      <a:lvl1pPr algn="l" defTabSz="914400" rtl="0" eaLnBrk="1" latinLnBrk="0" hangingPunct="1">
        <a:lnSpc>
          <a:spcPct val="90000"/>
        </a:lnSpc>
        <a:spcBef>
          <a:spcPct val="0"/>
        </a:spcBef>
        <a:buNone/>
        <a:defRPr sz="3200" kern="1200" spc="40" baseline="0">
          <a:solidFill>
            <a:schemeClr val="accent3">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3">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3">
              <a:lumMod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3">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3">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3">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552" userDrawn="1">
          <p15:clr>
            <a:srgbClr val="FBAE40"/>
          </p15:clr>
        </p15:guide>
        <p15:guide id="4" pos="7128" userDrawn="1">
          <p15:clr>
            <a:srgbClr val="FBAE40"/>
          </p15:clr>
        </p15:guide>
        <p15:guide id="5" pos="288" userDrawn="1">
          <p15:clr>
            <a:srgbClr val="F26B43"/>
          </p15:clr>
        </p15:guide>
        <p15:guide id="6" pos="739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hyperlink" Target="https://www.mynextmove.org/profile/summary/15-2031.00" TargetMode="External"/><Relationship Id="rId2" Type="http://schemas.openxmlformats.org/officeDocument/2006/relationships/image" Target="../media/image13.jp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hyperlink" Target="https://www.flickr.com/photos/sparkfun/16431030817" TargetMode="External"/><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Placeholder 74" descr="photo of leather briefcase on some paper">
            <a:extLst>
              <a:ext uri="{FF2B5EF4-FFF2-40B4-BE49-F238E27FC236}">
                <a16:creationId xmlns:a16="http://schemas.microsoft.com/office/drawing/2014/main" id="{81B90C65-1DA4-4E3B-93DD-50C02E869756}"/>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a:ext>
            </a:extLst>
          </a:blip>
          <a:srcRect/>
          <a:stretch/>
        </p:blipFill>
        <p:spPr>
          <a:xfrm>
            <a:off x="1524" y="0"/>
            <a:ext cx="12188952" cy="6858000"/>
          </a:xfrm>
        </p:spPr>
      </p:pic>
      <p:sp>
        <p:nvSpPr>
          <p:cNvPr id="46" name="Title 45">
            <a:extLst>
              <a:ext uri="{FF2B5EF4-FFF2-40B4-BE49-F238E27FC236}">
                <a16:creationId xmlns:a16="http://schemas.microsoft.com/office/drawing/2014/main" id="{70F6BB83-FE06-42C6-8C19-9F085DD9A9BF}"/>
              </a:ext>
            </a:extLst>
          </p:cNvPr>
          <p:cNvSpPr>
            <a:spLocks noGrp="1"/>
          </p:cNvSpPr>
          <p:nvPr>
            <p:ph type="ctrTitle"/>
          </p:nvPr>
        </p:nvSpPr>
        <p:spPr>
          <a:xfrm>
            <a:off x="458724" y="4524231"/>
            <a:ext cx="11274552" cy="1162499"/>
          </a:xfrm>
        </p:spPr>
        <p:txBody>
          <a:bodyPr>
            <a:normAutofit fontScale="90000"/>
          </a:bodyPr>
          <a:lstStyle/>
          <a:p>
            <a:r>
              <a:rPr lang="en-US" dirty="0"/>
              <a:t>Business Analyst vs. Product Manager</a:t>
            </a:r>
          </a:p>
        </p:txBody>
      </p:sp>
      <p:sp>
        <p:nvSpPr>
          <p:cNvPr id="99" name="Subtitle 98">
            <a:extLst>
              <a:ext uri="{FF2B5EF4-FFF2-40B4-BE49-F238E27FC236}">
                <a16:creationId xmlns:a16="http://schemas.microsoft.com/office/drawing/2014/main" id="{3E1C2516-A9DD-4DE3-A1B1-CDA13607697C}"/>
              </a:ext>
            </a:extLst>
          </p:cNvPr>
          <p:cNvSpPr>
            <a:spLocks noGrp="1"/>
          </p:cNvSpPr>
          <p:nvPr>
            <p:ph type="subTitle" idx="1"/>
          </p:nvPr>
        </p:nvSpPr>
        <p:spPr/>
        <p:txBody>
          <a:bodyPr/>
          <a:lstStyle/>
          <a:p>
            <a:r>
              <a:rPr lang="en-US" dirty="0"/>
              <a:t>BY Mayowa</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Placeholder 30">
            <a:extLst>
              <a:ext uri="{FF2B5EF4-FFF2-40B4-BE49-F238E27FC236}">
                <a16:creationId xmlns:a16="http://schemas.microsoft.com/office/drawing/2014/main" id="{2DE7EEDD-7A34-4798-BB47-E2ECC8E90015}"/>
              </a:ext>
            </a:extLst>
          </p:cNvPr>
          <p:cNvPicPr>
            <a:picLocks noGrp="1" noChangeAspect="1"/>
          </p:cNvPicPr>
          <p:nvPr>
            <p:ph type="pic" sz="quarter" idx="13"/>
          </p:nvPr>
        </p:nvPicPr>
        <p:blipFill>
          <a:blip r:embed="rId2"/>
          <a:srcRect/>
          <a:stretch/>
        </p:blipFill>
        <p:spPr>
          <a:xfrm>
            <a:off x="951244" y="0"/>
            <a:ext cx="10289512" cy="6858000"/>
          </a:xfrm>
          <a:prstGeom prst="rect">
            <a:avLst/>
          </a:prstGeom>
          <a:ln>
            <a:noFill/>
          </a:ln>
          <a:effectLst>
            <a:softEdge rad="112500"/>
          </a:effectLst>
        </p:spPr>
      </p:pic>
      <p:sp>
        <p:nvSpPr>
          <p:cNvPr id="48" name="Date Placeholder 47">
            <a:extLst>
              <a:ext uri="{FF2B5EF4-FFF2-40B4-BE49-F238E27FC236}">
                <a16:creationId xmlns:a16="http://schemas.microsoft.com/office/drawing/2014/main" id="{23088D16-5B9A-4FA6-9B01-40E8B1D41F18}"/>
              </a:ext>
            </a:extLst>
          </p:cNvPr>
          <p:cNvSpPr>
            <a:spLocks noGrp="1"/>
          </p:cNvSpPr>
          <p:nvPr>
            <p:ph type="dt" sz="half" idx="10"/>
          </p:nvPr>
        </p:nvSpPr>
        <p:spPr>
          <a:xfrm>
            <a:off x="457200" y="6488702"/>
            <a:ext cx="2743200" cy="182880"/>
          </a:xfrm>
        </p:spPr>
        <p:txBody>
          <a:bodyPr/>
          <a:lstStyle/>
          <a:p>
            <a:r>
              <a:rPr lang="en-US" dirty="0"/>
              <a:t>20XX</a:t>
            </a:r>
          </a:p>
        </p:txBody>
      </p:sp>
      <p:sp>
        <p:nvSpPr>
          <p:cNvPr id="49" name="Footer Placeholder 48">
            <a:extLst>
              <a:ext uri="{FF2B5EF4-FFF2-40B4-BE49-F238E27FC236}">
                <a16:creationId xmlns:a16="http://schemas.microsoft.com/office/drawing/2014/main" id="{C258616B-F8D3-4DFF-90F3-7FA5FCBBDCF6}"/>
              </a:ext>
            </a:extLst>
          </p:cNvPr>
          <p:cNvSpPr>
            <a:spLocks noGrp="1"/>
          </p:cNvSpPr>
          <p:nvPr>
            <p:ph type="ftr" sz="quarter" idx="11"/>
          </p:nvPr>
        </p:nvSpPr>
        <p:spPr>
          <a:xfrm>
            <a:off x="4038600" y="6488702"/>
            <a:ext cx="4114800" cy="182880"/>
          </a:xfrm>
        </p:spPr>
        <p:txBody>
          <a:bodyPr/>
          <a:lstStyle/>
          <a:p>
            <a:r>
              <a:rPr lang="en-US" dirty="0"/>
              <a:t>CONFERENCE PRESENTATION</a:t>
            </a:r>
          </a:p>
        </p:txBody>
      </p:sp>
      <p:sp>
        <p:nvSpPr>
          <p:cNvPr id="50" name="Slide Number Placeholder 49">
            <a:extLst>
              <a:ext uri="{FF2B5EF4-FFF2-40B4-BE49-F238E27FC236}">
                <a16:creationId xmlns:a16="http://schemas.microsoft.com/office/drawing/2014/main" id="{3075AA35-B840-4333-BB28-D51EA90E2FF3}"/>
              </a:ext>
            </a:extLst>
          </p:cNvPr>
          <p:cNvSpPr>
            <a:spLocks noGrp="1"/>
          </p:cNvSpPr>
          <p:nvPr>
            <p:ph type="sldNum" sz="quarter" idx="12"/>
          </p:nvPr>
        </p:nvSpPr>
        <p:spPr>
          <a:xfrm>
            <a:off x="8997696" y="6488702"/>
            <a:ext cx="2743200" cy="182880"/>
          </a:xfrm>
        </p:spPr>
        <p:txBody>
          <a:bodyPr/>
          <a:lstStyle/>
          <a:p>
            <a:fld id="{B5CEABB6-07DC-46E8-9B57-56EC44A396E5}" type="slidenum">
              <a:rPr lang="en-US" smtClean="0"/>
              <a:pPr/>
              <a:t>2</a:t>
            </a:fld>
            <a:endParaRPr lang="en-US" dirty="0"/>
          </a:p>
        </p:txBody>
      </p:sp>
      <p:sp>
        <p:nvSpPr>
          <p:cNvPr id="42" name="Rectangle 41">
            <a:extLst>
              <a:ext uri="{FF2B5EF4-FFF2-40B4-BE49-F238E27FC236}">
                <a16:creationId xmlns:a16="http://schemas.microsoft.com/office/drawing/2014/main" id="{443A58A5-9341-4510-9362-41E4208DF42E}"/>
              </a:ext>
              <a:ext uri="{C183D7F6-B498-43B3-948B-1728B52AA6E4}">
                <adec:decorative xmlns:adec="http://schemas.microsoft.com/office/drawing/2017/decorative" val="1"/>
              </a:ext>
            </a:extLst>
          </p:cNvPr>
          <p:cNvSpPr/>
          <p:nvPr/>
        </p:nvSpPr>
        <p:spPr>
          <a:xfrm>
            <a:off x="457200" y="685800"/>
            <a:ext cx="5486400" cy="5486400"/>
          </a:xfrm>
          <a:prstGeom prst="rect">
            <a:avLst/>
          </a:prstGeom>
          <a:solidFill>
            <a:schemeClr val="tx2">
              <a:lumMod val="20000"/>
              <a:lumOff val="80000"/>
              <a:alpha val="85000"/>
            </a:schemeClr>
          </a:solidFill>
          <a:ln w="38100">
            <a:solidFill>
              <a:schemeClr val="accent3">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05CF152-7103-4B02-BAD1-A6874B7D8500}"/>
              </a:ext>
              <a:ext uri="{C183D7F6-B498-43B3-948B-1728B52AA6E4}">
                <adec:decorative xmlns:adec="http://schemas.microsoft.com/office/drawing/2017/decorative" val="1"/>
              </a:ext>
            </a:extLst>
          </p:cNvPr>
          <p:cNvSpPr/>
          <p:nvPr/>
        </p:nvSpPr>
        <p:spPr>
          <a:xfrm>
            <a:off x="571500" y="800100"/>
            <a:ext cx="5257800" cy="5257800"/>
          </a:xfrm>
          <a:prstGeom prst="rect">
            <a:avLst/>
          </a:prstGeom>
          <a:noFill/>
          <a:ln w="12700">
            <a:solidFill>
              <a:schemeClr val="accent3">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a:extLst>
              <a:ext uri="{FF2B5EF4-FFF2-40B4-BE49-F238E27FC236}">
                <a16:creationId xmlns:a16="http://schemas.microsoft.com/office/drawing/2014/main" id="{0D294A10-6915-4D50-9FD0-965DEAC3533D}"/>
              </a:ext>
              <a:ext uri="{C183D7F6-B498-43B3-948B-1728B52AA6E4}">
                <adec:decorative xmlns:adec="http://schemas.microsoft.com/office/drawing/2017/decorative" val="1"/>
              </a:ext>
            </a:extLst>
          </p:cNvPr>
          <p:cNvCxnSpPr>
            <a:cxnSpLocks/>
          </p:cNvCxnSpPr>
          <p:nvPr/>
        </p:nvCxnSpPr>
        <p:spPr>
          <a:xfrm>
            <a:off x="2317889" y="2667159"/>
            <a:ext cx="1790700" cy="0"/>
          </a:xfrm>
          <a:prstGeom prst="line">
            <a:avLst/>
          </a:prstGeom>
          <a:ln w="1905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B91A4467-D233-4FE7-929D-065BEC3BCC0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691531" flipH="1">
            <a:off x="2743200" y="1881645"/>
            <a:ext cx="914400" cy="406100"/>
          </a:xfrm>
          <a:prstGeom prst="rect">
            <a:avLst/>
          </a:prstGeom>
        </p:spPr>
      </p:pic>
      <p:pic>
        <p:nvPicPr>
          <p:cNvPr id="11" name="Graphic 10">
            <a:extLst>
              <a:ext uri="{FF2B5EF4-FFF2-40B4-BE49-F238E27FC236}">
                <a16:creationId xmlns:a16="http://schemas.microsoft.com/office/drawing/2014/main" id="{35FE428D-576A-4441-AF4E-59563426752F}"/>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691531" flipH="1">
            <a:off x="2743200" y="5254320"/>
            <a:ext cx="914400" cy="406100"/>
          </a:xfrm>
          <a:prstGeom prst="rect">
            <a:avLst/>
          </a:prstGeom>
        </p:spPr>
      </p:pic>
      <p:sp>
        <p:nvSpPr>
          <p:cNvPr id="2" name="Title 1">
            <a:extLst>
              <a:ext uri="{FF2B5EF4-FFF2-40B4-BE49-F238E27FC236}">
                <a16:creationId xmlns:a16="http://schemas.microsoft.com/office/drawing/2014/main" id="{A29DE7F2-E890-4744-88DD-A75F5E300513}"/>
              </a:ext>
            </a:extLst>
          </p:cNvPr>
          <p:cNvSpPr>
            <a:spLocks noGrp="1"/>
          </p:cNvSpPr>
          <p:nvPr>
            <p:ph type="title"/>
          </p:nvPr>
        </p:nvSpPr>
        <p:spPr>
          <a:xfrm>
            <a:off x="1143000" y="960120"/>
            <a:ext cx="4114800" cy="914400"/>
          </a:xfrm>
        </p:spPr>
        <p:txBody>
          <a:bodyPr anchor="ctr" anchorCtr="0">
            <a:normAutofit/>
          </a:bodyPr>
          <a:lstStyle/>
          <a:p>
            <a:r>
              <a:rPr lang="en-US" dirty="0"/>
              <a:t>Overview</a:t>
            </a:r>
          </a:p>
        </p:txBody>
      </p:sp>
      <p:sp>
        <p:nvSpPr>
          <p:cNvPr id="3" name="Text Placeholder 2">
            <a:extLst>
              <a:ext uri="{FF2B5EF4-FFF2-40B4-BE49-F238E27FC236}">
                <a16:creationId xmlns:a16="http://schemas.microsoft.com/office/drawing/2014/main" id="{6EDAC73C-E6A4-453D-B11A-1A391CDBFC6C}"/>
              </a:ext>
            </a:extLst>
          </p:cNvPr>
          <p:cNvSpPr>
            <a:spLocks noGrp="1"/>
          </p:cNvSpPr>
          <p:nvPr>
            <p:ph type="body" idx="1"/>
          </p:nvPr>
        </p:nvSpPr>
        <p:spPr>
          <a:xfrm>
            <a:off x="1371600" y="3136392"/>
            <a:ext cx="3657600" cy="1627632"/>
          </a:xfrm>
        </p:spPr>
        <p:txBody>
          <a:bodyPr vert="horz" lIns="91440" tIns="45720" rIns="91440" bIns="45720" rtlCol="0" anchor="t">
            <a:normAutofit/>
          </a:bodyPr>
          <a:lstStyle/>
          <a:p>
            <a:pPr algn="l">
              <a:lnSpc>
                <a:spcPct val="100000"/>
              </a:lnSpc>
              <a:spcBef>
                <a:spcPts val="0"/>
              </a:spcBef>
            </a:pPr>
            <a:r>
              <a:rPr lang="en-US" dirty="0"/>
              <a:t>The two key pillars for a successful agile project are the product manager and the business analyst.</a:t>
            </a:r>
          </a:p>
          <a:p>
            <a:pPr algn="l">
              <a:lnSpc>
                <a:spcPct val="100000"/>
              </a:lnSpc>
              <a:spcBef>
                <a:spcPts val="0"/>
              </a:spcBef>
            </a:pPr>
            <a:endParaRPr lang="en-US" dirty="0"/>
          </a:p>
          <a:p>
            <a:pPr algn="l">
              <a:lnSpc>
                <a:spcPct val="100000"/>
              </a:lnSpc>
              <a:spcBef>
                <a:spcPts val="0"/>
              </a:spcBef>
            </a:pPr>
            <a:r>
              <a:rPr lang="en-US" dirty="0"/>
              <a:t>In this presentation, we will examine the work relationship between the Product Manager and the Business Analyst.</a:t>
            </a:r>
          </a:p>
        </p:txBody>
      </p:sp>
      <p:cxnSp>
        <p:nvCxnSpPr>
          <p:cNvPr id="18" name="Straight Connector 17">
            <a:extLst>
              <a:ext uri="{FF2B5EF4-FFF2-40B4-BE49-F238E27FC236}">
                <a16:creationId xmlns:a16="http://schemas.microsoft.com/office/drawing/2014/main" id="{0A1909CD-35D4-4769-B414-02C6C4E08039}"/>
              </a:ext>
              <a:ext uri="{C183D7F6-B498-43B3-948B-1728B52AA6E4}">
                <adec:decorative xmlns:adec="http://schemas.microsoft.com/office/drawing/2017/decorative" val="1"/>
              </a:ext>
            </a:extLst>
          </p:cNvPr>
          <p:cNvCxnSpPr>
            <a:cxnSpLocks/>
          </p:cNvCxnSpPr>
          <p:nvPr/>
        </p:nvCxnSpPr>
        <p:spPr>
          <a:xfrm>
            <a:off x="2305050" y="4969267"/>
            <a:ext cx="1790700" cy="0"/>
          </a:xfrm>
          <a:prstGeom prst="line">
            <a:avLst/>
          </a:prstGeom>
          <a:ln w="19050">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89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A53C3E-976F-B733-5969-5A1694446B1A}"/>
              </a:ext>
            </a:extLst>
          </p:cNvPr>
          <p:cNvSpPr>
            <a:spLocks noGrp="1"/>
          </p:cNvSpPr>
          <p:nvPr>
            <p:ph type="title"/>
          </p:nvPr>
        </p:nvSpPr>
        <p:spPr>
          <a:xfrm>
            <a:off x="838200" y="365125"/>
            <a:ext cx="10515600" cy="1325563"/>
          </a:xfrm>
        </p:spPr>
        <p:txBody>
          <a:bodyPr anchor="ctr">
            <a:normAutofit/>
          </a:bodyPr>
          <a:lstStyle/>
          <a:p>
            <a:r>
              <a:rPr lang="en-US" dirty="0"/>
              <a:t>Who is a Business Analyst?</a:t>
            </a:r>
          </a:p>
        </p:txBody>
      </p:sp>
      <p:sp>
        <p:nvSpPr>
          <p:cNvPr id="4" name="Text Placeholder 3">
            <a:extLst>
              <a:ext uri="{FF2B5EF4-FFF2-40B4-BE49-F238E27FC236}">
                <a16:creationId xmlns:a16="http://schemas.microsoft.com/office/drawing/2014/main" id="{3EA02BB5-4637-DBB9-29E1-818A082D4D1A}"/>
              </a:ext>
            </a:extLst>
          </p:cNvPr>
          <p:cNvSpPr>
            <a:spLocks noGrp="1"/>
          </p:cNvSpPr>
          <p:nvPr>
            <p:ph sz="half" idx="1"/>
          </p:nvPr>
        </p:nvSpPr>
        <p:spPr>
          <a:xfrm>
            <a:off x="838200" y="1825625"/>
            <a:ext cx="5181600" cy="4351338"/>
          </a:xfrm>
        </p:spPr>
        <p:txBody>
          <a:bodyPr anchor="ctr">
            <a:normAutofit fontScale="92500" lnSpcReduction="20000"/>
          </a:bodyPr>
          <a:lstStyle/>
          <a:p>
            <a:pPr marL="0" indent="0">
              <a:buNone/>
            </a:pPr>
            <a:r>
              <a:rPr lang="en-US" dirty="0"/>
              <a:t>A BA is the one liable for taking business and item necessities and assisting with working out the specialized technical specifications.</a:t>
            </a:r>
          </a:p>
          <a:p>
            <a:pPr marL="0" indent="0">
              <a:buNone/>
            </a:pPr>
            <a:endParaRPr lang="en-US" dirty="0"/>
          </a:p>
          <a:p>
            <a:pPr marL="0" indent="0">
              <a:buNone/>
            </a:pPr>
            <a:r>
              <a:rPr lang="en-US" dirty="0"/>
              <a:t>Business Analysts search internally at inner frameworks and methodology. They inspect practices to decide the most ideal way for planning and supporting the PM's solicitation for end clients and the market.</a:t>
            </a:r>
          </a:p>
        </p:txBody>
      </p:sp>
      <p:pic>
        <p:nvPicPr>
          <p:cNvPr id="9" name="Picture Placeholder 8" descr="A picture containing text&#10;&#10;Description automatically generated">
            <a:extLst>
              <a:ext uri="{FF2B5EF4-FFF2-40B4-BE49-F238E27FC236}">
                <a16:creationId xmlns:a16="http://schemas.microsoft.com/office/drawing/2014/main" id="{93DD77C2-460D-D7C9-2856-236FA451A845}"/>
              </a:ext>
            </a:extLst>
          </p:cNvPr>
          <p:cNvPicPr>
            <a:picLocks noGrp="1" noChangeAspect="1"/>
          </p:cNvPicPr>
          <p:nvPr>
            <p:ph sz="half" idx="2"/>
          </p:nvPr>
        </p:nvPicPr>
        <p:blipFill rotWithShape="1">
          <a:blip r:embed="rId2">
            <a:extLst>
              <a:ext uri="{837473B0-CC2E-450A-ABE3-18F120FF3D39}">
                <a1611:picAttrSrcUrl xmlns:a1611="http://schemas.microsoft.com/office/drawing/2016/11/main" r:id="rId3"/>
              </a:ext>
            </a:extLst>
          </a:blip>
          <a:srcRect l="25559" r="7457" b="-1"/>
          <a:stretch/>
        </p:blipFill>
        <p:spPr>
          <a:xfrm>
            <a:off x="6172200" y="1825625"/>
            <a:ext cx="5181600" cy="4351338"/>
          </a:xfrm>
          <a:noFill/>
        </p:spPr>
      </p:pic>
      <p:sp>
        <p:nvSpPr>
          <p:cNvPr id="5" name="Date Placeholder 4">
            <a:extLst>
              <a:ext uri="{FF2B5EF4-FFF2-40B4-BE49-F238E27FC236}">
                <a16:creationId xmlns:a16="http://schemas.microsoft.com/office/drawing/2014/main" id="{08E1BDBC-6BD3-BDF4-4592-CBECF97B6698}"/>
              </a:ext>
            </a:extLst>
          </p:cNvPr>
          <p:cNvSpPr>
            <a:spLocks noGrp="1"/>
          </p:cNvSpPr>
          <p:nvPr>
            <p:ph type="dt" sz="half" idx="10"/>
          </p:nvPr>
        </p:nvSpPr>
        <p:spPr>
          <a:xfrm>
            <a:off x="457200" y="6488702"/>
            <a:ext cx="2743200" cy="182880"/>
          </a:xfrm>
        </p:spPr>
        <p:txBody>
          <a:bodyPr anchor="b">
            <a:normAutofit/>
          </a:bodyPr>
          <a:lstStyle/>
          <a:p>
            <a:pPr>
              <a:lnSpc>
                <a:spcPct val="90000"/>
              </a:lnSpc>
              <a:spcAft>
                <a:spcPts val="600"/>
              </a:spcAft>
            </a:pPr>
            <a:r>
              <a:rPr lang="en-US" sz="600"/>
              <a:t>20XX</a:t>
            </a:r>
          </a:p>
        </p:txBody>
      </p:sp>
      <p:sp>
        <p:nvSpPr>
          <p:cNvPr id="7" name="Slide Number Placeholder 6">
            <a:extLst>
              <a:ext uri="{FF2B5EF4-FFF2-40B4-BE49-F238E27FC236}">
                <a16:creationId xmlns:a16="http://schemas.microsoft.com/office/drawing/2014/main" id="{0DF4B71A-703D-C573-23A7-90A7404D5C47}"/>
              </a:ext>
            </a:extLst>
          </p:cNvPr>
          <p:cNvSpPr>
            <a:spLocks noGrp="1"/>
          </p:cNvSpPr>
          <p:nvPr>
            <p:ph type="sldNum" sz="quarter" idx="12"/>
          </p:nvPr>
        </p:nvSpPr>
        <p:spPr>
          <a:xfrm>
            <a:off x="8997696" y="6488702"/>
            <a:ext cx="2743200" cy="182880"/>
          </a:xfrm>
        </p:spPr>
        <p:txBody>
          <a:bodyPr anchor="b">
            <a:normAutofit/>
          </a:bodyPr>
          <a:lstStyle/>
          <a:p>
            <a:pPr>
              <a:lnSpc>
                <a:spcPct val="90000"/>
              </a:lnSpc>
              <a:spcAft>
                <a:spcPts val="600"/>
              </a:spcAft>
            </a:pPr>
            <a:fld id="{B5CEABB6-07DC-46E8-9B57-56EC44A396E5}" type="slidenum">
              <a:rPr lang="en-US" sz="600" smtClean="0"/>
              <a:pPr>
                <a:lnSpc>
                  <a:spcPct val="90000"/>
                </a:lnSpc>
                <a:spcAft>
                  <a:spcPts val="600"/>
                </a:spcAft>
              </a:pPr>
              <a:t>3</a:t>
            </a:fld>
            <a:endParaRPr lang="en-US" sz="600"/>
          </a:p>
        </p:txBody>
      </p:sp>
    </p:spTree>
    <p:extLst>
      <p:ext uri="{BB962C8B-B14F-4D97-AF65-F5344CB8AC3E}">
        <p14:creationId xmlns:p14="http://schemas.microsoft.com/office/powerpoint/2010/main" val="596657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A53C3E-976F-B733-5969-5A1694446B1A}"/>
              </a:ext>
            </a:extLst>
          </p:cNvPr>
          <p:cNvSpPr>
            <a:spLocks noGrp="1"/>
          </p:cNvSpPr>
          <p:nvPr>
            <p:ph type="title"/>
          </p:nvPr>
        </p:nvSpPr>
        <p:spPr>
          <a:xfrm>
            <a:off x="838200" y="365125"/>
            <a:ext cx="10515600" cy="1325563"/>
          </a:xfrm>
        </p:spPr>
        <p:txBody>
          <a:bodyPr anchor="ctr">
            <a:normAutofit/>
          </a:bodyPr>
          <a:lstStyle/>
          <a:p>
            <a:r>
              <a:rPr lang="en-US" dirty="0"/>
              <a:t>Who is a Product Manager?</a:t>
            </a:r>
          </a:p>
        </p:txBody>
      </p:sp>
      <p:sp>
        <p:nvSpPr>
          <p:cNvPr id="4" name="Text Placeholder 3">
            <a:extLst>
              <a:ext uri="{FF2B5EF4-FFF2-40B4-BE49-F238E27FC236}">
                <a16:creationId xmlns:a16="http://schemas.microsoft.com/office/drawing/2014/main" id="{3EA02BB5-4637-DBB9-29E1-818A082D4D1A}"/>
              </a:ext>
            </a:extLst>
          </p:cNvPr>
          <p:cNvSpPr>
            <a:spLocks noGrp="1"/>
          </p:cNvSpPr>
          <p:nvPr>
            <p:ph sz="half" idx="1"/>
          </p:nvPr>
        </p:nvSpPr>
        <p:spPr>
          <a:xfrm>
            <a:off x="838200" y="1825625"/>
            <a:ext cx="5257800" cy="4351338"/>
          </a:xfrm>
        </p:spPr>
        <p:txBody>
          <a:bodyPr anchor="ctr">
            <a:normAutofit/>
          </a:bodyPr>
          <a:lstStyle/>
          <a:p>
            <a:pPr marL="0" indent="0">
              <a:buNone/>
            </a:pPr>
            <a:r>
              <a:rPr lang="en-US" sz="2600" dirty="0"/>
              <a:t>A PM is liable for directing the outcome of an item and driving the cross-practical group that is liable for further developing it.</a:t>
            </a:r>
          </a:p>
          <a:p>
            <a:pPr marL="0" indent="0">
              <a:buNone/>
            </a:pPr>
            <a:endParaRPr lang="en-US" sz="2600" dirty="0"/>
          </a:p>
          <a:p>
            <a:pPr marL="0" indent="0">
              <a:buNone/>
            </a:pPr>
            <a:r>
              <a:rPr lang="en-US" sz="2600" dirty="0"/>
              <a:t>Product Managers look outwards/remotely as they research the market and communicate with clients one-on-one to get to item potential.</a:t>
            </a:r>
          </a:p>
        </p:txBody>
      </p:sp>
      <p:pic>
        <p:nvPicPr>
          <p:cNvPr id="9" name="Picture Placeholder 8">
            <a:extLst>
              <a:ext uri="{FF2B5EF4-FFF2-40B4-BE49-F238E27FC236}">
                <a16:creationId xmlns:a16="http://schemas.microsoft.com/office/drawing/2014/main" id="{93DD77C2-460D-D7C9-2856-236FA451A845}"/>
              </a:ext>
            </a:extLst>
          </p:cNvPr>
          <p:cNvPicPr>
            <a:picLocks noGrp="1" noChangeAspect="1"/>
          </p:cNvPicPr>
          <p:nvPr>
            <p:ph sz="half" idx="2"/>
          </p:nvPr>
        </p:nvPicPr>
        <p:blipFill>
          <a:blip r:embed="rId2">
            <a:extLst>
              <a:ext uri="{837473B0-CC2E-450A-ABE3-18F120FF3D39}">
                <a1611:picAttrSrcUrl xmlns:a1611="http://schemas.microsoft.com/office/drawing/2016/11/main" r:id="rId3"/>
              </a:ext>
            </a:extLst>
          </a:blip>
          <a:srcRect l="10248" r="10248"/>
          <a:stretch/>
        </p:blipFill>
        <p:spPr>
          <a:xfrm>
            <a:off x="6172200" y="1825625"/>
            <a:ext cx="5181600" cy="4351338"/>
          </a:xfrm>
          <a:noFill/>
        </p:spPr>
      </p:pic>
      <p:sp>
        <p:nvSpPr>
          <p:cNvPr id="5" name="Date Placeholder 4">
            <a:extLst>
              <a:ext uri="{FF2B5EF4-FFF2-40B4-BE49-F238E27FC236}">
                <a16:creationId xmlns:a16="http://schemas.microsoft.com/office/drawing/2014/main" id="{08E1BDBC-6BD3-BDF4-4592-CBECF97B6698}"/>
              </a:ext>
            </a:extLst>
          </p:cNvPr>
          <p:cNvSpPr>
            <a:spLocks noGrp="1"/>
          </p:cNvSpPr>
          <p:nvPr>
            <p:ph type="dt" sz="half" idx="10"/>
          </p:nvPr>
        </p:nvSpPr>
        <p:spPr>
          <a:xfrm>
            <a:off x="457200" y="6488702"/>
            <a:ext cx="2743200" cy="182880"/>
          </a:xfrm>
        </p:spPr>
        <p:txBody>
          <a:bodyPr anchor="b">
            <a:normAutofit/>
          </a:bodyPr>
          <a:lstStyle/>
          <a:p>
            <a:pPr>
              <a:lnSpc>
                <a:spcPct val="90000"/>
              </a:lnSpc>
              <a:spcAft>
                <a:spcPts val="600"/>
              </a:spcAft>
            </a:pPr>
            <a:r>
              <a:rPr lang="en-US" sz="600"/>
              <a:t>20XX</a:t>
            </a:r>
          </a:p>
        </p:txBody>
      </p:sp>
      <p:sp>
        <p:nvSpPr>
          <p:cNvPr id="7" name="Slide Number Placeholder 6">
            <a:extLst>
              <a:ext uri="{FF2B5EF4-FFF2-40B4-BE49-F238E27FC236}">
                <a16:creationId xmlns:a16="http://schemas.microsoft.com/office/drawing/2014/main" id="{0DF4B71A-703D-C573-23A7-90A7404D5C47}"/>
              </a:ext>
            </a:extLst>
          </p:cNvPr>
          <p:cNvSpPr>
            <a:spLocks noGrp="1"/>
          </p:cNvSpPr>
          <p:nvPr>
            <p:ph type="sldNum" sz="quarter" idx="12"/>
          </p:nvPr>
        </p:nvSpPr>
        <p:spPr>
          <a:xfrm>
            <a:off x="8997696" y="6488702"/>
            <a:ext cx="2743200" cy="182880"/>
          </a:xfrm>
        </p:spPr>
        <p:txBody>
          <a:bodyPr anchor="b">
            <a:normAutofit/>
          </a:bodyPr>
          <a:lstStyle/>
          <a:p>
            <a:pPr>
              <a:lnSpc>
                <a:spcPct val="90000"/>
              </a:lnSpc>
              <a:spcAft>
                <a:spcPts val="600"/>
              </a:spcAft>
            </a:pPr>
            <a:fld id="{B5CEABB6-07DC-46E8-9B57-56EC44A396E5}" type="slidenum">
              <a:rPr lang="en-US" sz="600" smtClean="0"/>
              <a:pPr>
                <a:lnSpc>
                  <a:spcPct val="90000"/>
                </a:lnSpc>
                <a:spcAft>
                  <a:spcPts val="600"/>
                </a:spcAft>
              </a:pPr>
              <a:t>4</a:t>
            </a:fld>
            <a:endParaRPr lang="en-US" sz="600"/>
          </a:p>
        </p:txBody>
      </p:sp>
    </p:spTree>
    <p:extLst>
      <p:ext uri="{BB962C8B-B14F-4D97-AF65-F5344CB8AC3E}">
        <p14:creationId xmlns:p14="http://schemas.microsoft.com/office/powerpoint/2010/main" val="425423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8EC6-98A1-D074-CE1D-C1DD7026218B}"/>
              </a:ext>
            </a:extLst>
          </p:cNvPr>
          <p:cNvSpPr>
            <a:spLocks noGrp="1"/>
          </p:cNvSpPr>
          <p:nvPr>
            <p:ph type="title"/>
          </p:nvPr>
        </p:nvSpPr>
        <p:spPr>
          <a:xfrm>
            <a:off x="321732" y="174413"/>
            <a:ext cx="5308602" cy="1032933"/>
          </a:xfrm>
        </p:spPr>
        <p:txBody>
          <a:bodyPr/>
          <a:lstStyle/>
          <a:p>
            <a:r>
              <a:rPr lang="en-US" dirty="0"/>
              <a:t>Key Responsibilities</a:t>
            </a:r>
          </a:p>
        </p:txBody>
      </p:sp>
      <p:graphicFrame>
        <p:nvGraphicFramePr>
          <p:cNvPr id="7" name="Table 7">
            <a:extLst>
              <a:ext uri="{FF2B5EF4-FFF2-40B4-BE49-F238E27FC236}">
                <a16:creationId xmlns:a16="http://schemas.microsoft.com/office/drawing/2014/main" id="{D382B644-CE9D-AB43-E7EA-9F236DE993AE}"/>
              </a:ext>
            </a:extLst>
          </p:cNvPr>
          <p:cNvGraphicFramePr>
            <a:graphicFrameLocks noGrp="1"/>
          </p:cNvGraphicFramePr>
          <p:nvPr>
            <p:ph idx="1"/>
            <p:extLst>
              <p:ext uri="{D42A27DB-BD31-4B8C-83A1-F6EECF244321}">
                <p14:modId xmlns:p14="http://schemas.microsoft.com/office/powerpoint/2010/main" val="3770637869"/>
              </p:ext>
            </p:extLst>
          </p:nvPr>
        </p:nvGraphicFramePr>
        <p:xfrm>
          <a:off x="761998" y="1311010"/>
          <a:ext cx="10490202" cy="4235980"/>
        </p:xfrm>
        <a:graphic>
          <a:graphicData uri="http://schemas.openxmlformats.org/drawingml/2006/table">
            <a:tbl>
              <a:tblPr firstRow="1" bandRow="1">
                <a:tableStyleId>{5C22544A-7EE6-4342-B048-85BDC9FD1C3A}</a:tableStyleId>
              </a:tblPr>
              <a:tblGrid>
                <a:gridCol w="5245101">
                  <a:extLst>
                    <a:ext uri="{9D8B030D-6E8A-4147-A177-3AD203B41FA5}">
                      <a16:colId xmlns:a16="http://schemas.microsoft.com/office/drawing/2014/main" val="1988910422"/>
                    </a:ext>
                  </a:extLst>
                </a:gridCol>
                <a:gridCol w="5245101">
                  <a:extLst>
                    <a:ext uri="{9D8B030D-6E8A-4147-A177-3AD203B41FA5}">
                      <a16:colId xmlns:a16="http://schemas.microsoft.com/office/drawing/2014/main" val="1766163080"/>
                    </a:ext>
                  </a:extLst>
                </a:gridCol>
              </a:tblGrid>
              <a:tr h="385089">
                <a:tc>
                  <a:txBody>
                    <a:bodyPr/>
                    <a:lstStyle/>
                    <a:p>
                      <a:r>
                        <a:rPr lang="en-US" sz="1800" kern="1200" dirty="0">
                          <a:solidFill>
                            <a:schemeClr val="dk1"/>
                          </a:solidFill>
                          <a:latin typeface="+mn-lt"/>
                          <a:ea typeface="+mn-ea"/>
                          <a:cs typeface="+mn-cs"/>
                        </a:rPr>
                        <a:t>Business Analyst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kern="1200" dirty="0">
                          <a:solidFill>
                            <a:schemeClr val="dk1"/>
                          </a:solidFill>
                          <a:latin typeface="+mn-lt"/>
                          <a:ea typeface="+mn-ea"/>
                          <a:cs typeface="+mn-cs"/>
                        </a:rPr>
                        <a:t>Product Manager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8083605"/>
                  </a:ext>
                </a:extLst>
              </a:tr>
              <a:tr h="673906">
                <a:tc>
                  <a:txBody>
                    <a:bodyPr/>
                    <a:lstStyle/>
                    <a:p>
                      <a:r>
                        <a:rPr lang="en-US" dirty="0"/>
                        <a:t>Digitizes </a:t>
                      </a:r>
                      <a:r>
                        <a:rPr lang="en-US" sz="1800" kern="1200" dirty="0">
                          <a:solidFill>
                            <a:schemeClr val="dk1"/>
                          </a:solidFill>
                          <a:latin typeface="+mn-lt"/>
                          <a:ea typeface="+mn-ea"/>
                          <a:cs typeface="+mn-cs"/>
                        </a:rPr>
                        <a:t>business</a:t>
                      </a:r>
                      <a:r>
                        <a:rPr lang="en-US" dirty="0"/>
                        <a:t> processes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Write a product marketing strategy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060074"/>
                  </a:ext>
                </a:extLst>
              </a:tr>
              <a:tr h="962723">
                <a:tc>
                  <a:txBody>
                    <a:bodyPr/>
                    <a:lstStyle/>
                    <a:p>
                      <a:r>
                        <a:rPr lang="en-US" sz="1800" b="0" i="0" kern="1200" dirty="0">
                          <a:solidFill>
                            <a:schemeClr val="dk1"/>
                          </a:solidFill>
                          <a:effectLst/>
                          <a:latin typeface="+mn-lt"/>
                          <a:ea typeface="+mn-ea"/>
                          <a:cs typeface="+mn-cs"/>
                        </a:rPr>
                        <a:t>Transfer offline business processes to the online world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Develops strategy and roadmap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410174"/>
                  </a:ext>
                </a:extLst>
              </a:tr>
              <a:tr h="962723">
                <a:tc>
                  <a:txBody>
                    <a:bodyPr/>
                    <a:lstStyle/>
                    <a:p>
                      <a:r>
                        <a:rPr lang="en-US" sz="1800" b="0" i="0" kern="1200" dirty="0">
                          <a:solidFill>
                            <a:schemeClr val="dk1"/>
                          </a:solidFill>
                          <a:effectLst/>
                          <a:latin typeface="+mn-lt"/>
                          <a:ea typeface="+mn-ea"/>
                          <a:cs typeface="+mn-cs"/>
                        </a:rPr>
                        <a:t>Clarifies,  “How to use the product.”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Answers the question, “Why use the 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9423374"/>
                  </a:ext>
                </a:extLst>
              </a:tr>
              <a:tr h="1251539">
                <a:tc>
                  <a:txBody>
                    <a:bodyPr/>
                    <a:lstStyle/>
                    <a:p>
                      <a:r>
                        <a:rPr lang="en-US" sz="1800" b="0" i="0" kern="1200" dirty="0">
                          <a:solidFill>
                            <a:schemeClr val="dk1"/>
                          </a:solidFill>
                          <a:effectLst/>
                          <a:latin typeface="+mn-lt"/>
                          <a:ea typeface="+mn-ea"/>
                          <a:cs typeface="+mn-cs"/>
                        </a:rPr>
                        <a:t> Improves the efficiency of the product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Aligns product development with business goals and strategy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9005433"/>
                  </a:ext>
                </a:extLst>
              </a:tr>
            </a:tbl>
          </a:graphicData>
        </a:graphic>
      </p:graphicFrame>
      <p:sp>
        <p:nvSpPr>
          <p:cNvPr id="4" name="Date Placeholder 3">
            <a:extLst>
              <a:ext uri="{FF2B5EF4-FFF2-40B4-BE49-F238E27FC236}">
                <a16:creationId xmlns:a16="http://schemas.microsoft.com/office/drawing/2014/main" id="{F4DD84A3-7F0C-C2A8-7C5A-6EA1ABC22C2E}"/>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8FA731E9-630A-ACD5-6D7C-ADA3B679F777}"/>
              </a:ext>
            </a:extLst>
          </p:cNvPr>
          <p:cNvSpPr>
            <a:spLocks noGrp="1"/>
          </p:cNvSpPr>
          <p:nvPr>
            <p:ph type="sldNum" sz="quarter" idx="12"/>
          </p:nvPr>
        </p:nvSpPr>
        <p:spPr/>
        <p:txBody>
          <a:bodyPr/>
          <a:lstStyle/>
          <a:p>
            <a:fld id="{B5CEABB6-07DC-46E8-9B57-56EC44A396E5}" type="slidenum">
              <a:rPr lang="en-US" smtClean="0"/>
              <a:t>5</a:t>
            </a:fld>
            <a:endParaRPr lang="en-US" dirty="0"/>
          </a:p>
        </p:txBody>
      </p:sp>
    </p:spTree>
    <p:extLst>
      <p:ext uri="{BB962C8B-B14F-4D97-AF65-F5344CB8AC3E}">
        <p14:creationId xmlns:p14="http://schemas.microsoft.com/office/powerpoint/2010/main" val="1288087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9EC5F-0581-C3D7-A9B6-F176F040A956}"/>
              </a:ext>
            </a:extLst>
          </p:cNvPr>
          <p:cNvSpPr>
            <a:spLocks noGrp="1"/>
          </p:cNvSpPr>
          <p:nvPr>
            <p:ph type="title"/>
          </p:nvPr>
        </p:nvSpPr>
        <p:spPr>
          <a:xfrm>
            <a:off x="457200" y="275695"/>
            <a:ext cx="10515600" cy="405342"/>
          </a:xfrm>
        </p:spPr>
        <p:txBody>
          <a:bodyPr>
            <a:normAutofit fontScale="90000"/>
          </a:bodyPr>
          <a:lstStyle/>
          <a:p>
            <a:r>
              <a:rPr lang="en-US" dirty="0"/>
              <a:t>Relationship between the BA and the PM</a:t>
            </a:r>
          </a:p>
        </p:txBody>
      </p:sp>
      <p:sp>
        <p:nvSpPr>
          <p:cNvPr id="4" name="Date Placeholder 3">
            <a:extLst>
              <a:ext uri="{FF2B5EF4-FFF2-40B4-BE49-F238E27FC236}">
                <a16:creationId xmlns:a16="http://schemas.microsoft.com/office/drawing/2014/main" id="{75332F36-1B82-1225-0142-ABF4FBAE102E}"/>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A2B5383E-358B-AB6D-1611-525D3F88EF4D}"/>
              </a:ext>
            </a:extLst>
          </p:cNvPr>
          <p:cNvSpPr>
            <a:spLocks noGrp="1"/>
          </p:cNvSpPr>
          <p:nvPr>
            <p:ph type="sldNum" sz="quarter" idx="12"/>
          </p:nvPr>
        </p:nvSpPr>
        <p:spPr/>
        <p:txBody>
          <a:bodyPr/>
          <a:lstStyle/>
          <a:p>
            <a:fld id="{B5CEABB6-07DC-46E8-9B57-56EC44A396E5}" type="slidenum">
              <a:rPr lang="en-US" smtClean="0"/>
              <a:t>6</a:t>
            </a:fld>
            <a:endParaRPr lang="en-US" dirty="0"/>
          </a:p>
        </p:txBody>
      </p:sp>
      <p:sp>
        <p:nvSpPr>
          <p:cNvPr id="10" name="Rectangle 9">
            <a:extLst>
              <a:ext uri="{FF2B5EF4-FFF2-40B4-BE49-F238E27FC236}">
                <a16:creationId xmlns:a16="http://schemas.microsoft.com/office/drawing/2014/main" id="{9C45D413-93F2-6BA2-E791-DCA315E0BC7F}"/>
              </a:ext>
            </a:extLst>
          </p:cNvPr>
          <p:cNvSpPr/>
          <p:nvPr/>
        </p:nvSpPr>
        <p:spPr>
          <a:xfrm>
            <a:off x="491066" y="1684867"/>
            <a:ext cx="4165602" cy="292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9063" indent="-119063">
              <a:buFont typeface="Arial" panose="020B0604020202020204" pitchFamily="34" charset="0"/>
              <a:buChar char="•"/>
            </a:pPr>
            <a:r>
              <a:rPr lang="en-US" sz="1100" dirty="0">
                <a:solidFill>
                  <a:schemeClr val="tx1"/>
                </a:solidFill>
              </a:rPr>
              <a:t>Is an executor.</a:t>
            </a:r>
          </a:p>
          <a:p>
            <a:pPr marL="119063" indent="-119063">
              <a:buFont typeface="Arial" panose="020B0604020202020204" pitchFamily="34" charset="0"/>
              <a:buChar char="•"/>
            </a:pPr>
            <a:r>
              <a:rPr lang="en-US" sz="1100" dirty="0">
                <a:solidFill>
                  <a:schemeClr val="tx1"/>
                </a:solidFill>
              </a:rPr>
              <a:t>Manages his/her own time.</a:t>
            </a:r>
          </a:p>
          <a:p>
            <a:pPr marL="119063" indent="-119063">
              <a:buFont typeface="Arial" panose="020B0604020202020204" pitchFamily="34" charset="0"/>
              <a:buChar char="•"/>
            </a:pPr>
            <a:r>
              <a:rPr lang="en-US" sz="1100" dirty="0">
                <a:solidFill>
                  <a:schemeClr val="tx1"/>
                </a:solidFill>
              </a:rPr>
              <a:t>Proposes.</a:t>
            </a:r>
          </a:p>
          <a:p>
            <a:pPr marL="119063" indent="-119063">
              <a:buFont typeface="Arial" panose="020B0604020202020204" pitchFamily="34" charset="0"/>
              <a:buChar char="•"/>
            </a:pPr>
            <a:r>
              <a:rPr lang="en-US" sz="1100" dirty="0">
                <a:solidFill>
                  <a:schemeClr val="tx1"/>
                </a:solidFill>
              </a:rPr>
              <a:t>Follows the direction of development.</a:t>
            </a:r>
          </a:p>
          <a:p>
            <a:pPr marL="119063" indent="-119063">
              <a:buFont typeface="Arial" panose="020B0604020202020204" pitchFamily="34" charset="0"/>
              <a:buChar char="•"/>
            </a:pPr>
            <a:r>
              <a:rPr lang="en-US" sz="1100" dirty="0">
                <a:solidFill>
                  <a:schemeClr val="tx1"/>
                </a:solidFill>
              </a:rPr>
              <a:t>Defines the most effective way the product can meet user needs.</a:t>
            </a:r>
          </a:p>
          <a:p>
            <a:pPr marL="119063" indent="-119063">
              <a:buFont typeface="Arial" panose="020B0604020202020204" pitchFamily="34" charset="0"/>
              <a:buChar char="•"/>
            </a:pPr>
            <a:r>
              <a:rPr lang="en-US" sz="1100" dirty="0">
                <a:solidFill>
                  <a:schemeClr val="tx1"/>
                </a:solidFill>
              </a:rPr>
              <a:t>Responsible for his/her work and deadlines.</a:t>
            </a:r>
          </a:p>
          <a:p>
            <a:pPr marL="119063" indent="-119063">
              <a:buFont typeface="Arial" panose="020B0604020202020204" pitchFamily="34" charset="0"/>
              <a:buChar char="•"/>
            </a:pPr>
            <a:r>
              <a:rPr lang="en-US" sz="1100" dirty="0">
                <a:solidFill>
                  <a:schemeClr val="tx1"/>
                </a:solidFill>
              </a:rPr>
              <a:t>Prepares the following documents: software requirements specification, project vision, scope, prototypes, and mind maps.</a:t>
            </a:r>
          </a:p>
          <a:p>
            <a:pPr marL="119063" indent="-119063">
              <a:buFont typeface="Arial" panose="020B0604020202020204" pitchFamily="34" charset="0"/>
              <a:buChar char="•"/>
            </a:pPr>
            <a:r>
              <a:rPr lang="en-US" sz="1100" dirty="0">
                <a:solidFill>
                  <a:schemeClr val="tx1"/>
                </a:solidFill>
              </a:rPr>
              <a:t>Ensures that business objectives are reflected in the documents and functionality.</a:t>
            </a:r>
          </a:p>
          <a:p>
            <a:pPr marL="119063" indent="-119063">
              <a:buFont typeface="Arial" panose="020B0604020202020204" pitchFamily="34" charset="0"/>
              <a:buChar char="•"/>
            </a:pPr>
            <a:r>
              <a:rPr lang="en-US" sz="1100" dirty="0">
                <a:solidFill>
                  <a:schemeClr val="tx1"/>
                </a:solidFill>
              </a:rPr>
              <a:t>An interpreter of business goals for the development team.</a:t>
            </a:r>
          </a:p>
        </p:txBody>
      </p:sp>
      <p:sp>
        <p:nvSpPr>
          <p:cNvPr id="12" name="Rectangle 11">
            <a:extLst>
              <a:ext uri="{FF2B5EF4-FFF2-40B4-BE49-F238E27FC236}">
                <a16:creationId xmlns:a16="http://schemas.microsoft.com/office/drawing/2014/main" id="{A4690B47-524D-3536-E8F4-1782ACA4FB89}"/>
              </a:ext>
            </a:extLst>
          </p:cNvPr>
          <p:cNvSpPr/>
          <p:nvPr/>
        </p:nvSpPr>
        <p:spPr>
          <a:xfrm>
            <a:off x="4656668" y="1684867"/>
            <a:ext cx="2971800" cy="281093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119063" indent="-119063">
              <a:buFont typeface="Arial" panose="020B0604020202020204" pitchFamily="34" charset="0"/>
              <a:buChar char="•"/>
            </a:pPr>
            <a:r>
              <a:rPr lang="en-US" sz="1100" dirty="0">
                <a:solidFill>
                  <a:schemeClr val="tx1"/>
                </a:solidFill>
              </a:rPr>
              <a:t>Understands the market, users, and/or a business problem/opportunity</a:t>
            </a:r>
          </a:p>
          <a:p>
            <a:pPr marL="119063" indent="-119063">
              <a:buFont typeface="Arial" panose="020B0604020202020204" pitchFamily="34" charset="0"/>
              <a:buChar char="•"/>
            </a:pPr>
            <a:endParaRPr lang="en-US" sz="1100" dirty="0">
              <a:solidFill>
                <a:schemeClr val="tx1"/>
              </a:solidFill>
            </a:endParaRPr>
          </a:p>
          <a:p>
            <a:pPr marL="119063" indent="-119063">
              <a:buFont typeface="Arial" panose="020B0604020202020204" pitchFamily="34" charset="0"/>
              <a:buChar char="•"/>
            </a:pPr>
            <a:r>
              <a:rPr lang="en-US" sz="1100" dirty="0">
                <a:solidFill>
                  <a:schemeClr val="tx1"/>
                </a:solidFill>
              </a:rPr>
              <a:t>Communicates their understanding of the requirements, business, and product to their teams</a:t>
            </a:r>
          </a:p>
        </p:txBody>
      </p:sp>
      <p:sp>
        <p:nvSpPr>
          <p:cNvPr id="13" name="TextBox 12">
            <a:extLst>
              <a:ext uri="{FF2B5EF4-FFF2-40B4-BE49-F238E27FC236}">
                <a16:creationId xmlns:a16="http://schemas.microsoft.com/office/drawing/2014/main" id="{67756D6B-CCCA-663B-33AB-15D2180233B9}"/>
              </a:ext>
            </a:extLst>
          </p:cNvPr>
          <p:cNvSpPr txBox="1"/>
          <p:nvPr/>
        </p:nvSpPr>
        <p:spPr>
          <a:xfrm>
            <a:off x="558800" y="1744133"/>
            <a:ext cx="2158999" cy="369332"/>
          </a:xfrm>
          <a:prstGeom prst="rect">
            <a:avLst/>
          </a:prstGeom>
          <a:noFill/>
        </p:spPr>
        <p:txBody>
          <a:bodyPr wrap="square" rtlCol="0">
            <a:spAutoFit/>
          </a:bodyPr>
          <a:lstStyle/>
          <a:p>
            <a:r>
              <a:rPr lang="en-US" b="1" dirty="0"/>
              <a:t>BA</a:t>
            </a:r>
          </a:p>
        </p:txBody>
      </p:sp>
      <p:sp>
        <p:nvSpPr>
          <p:cNvPr id="15" name="TextBox 14">
            <a:extLst>
              <a:ext uri="{FF2B5EF4-FFF2-40B4-BE49-F238E27FC236}">
                <a16:creationId xmlns:a16="http://schemas.microsoft.com/office/drawing/2014/main" id="{3973ACE0-51F3-F4EA-5526-E18B7A2B907E}"/>
              </a:ext>
            </a:extLst>
          </p:cNvPr>
          <p:cNvSpPr txBox="1"/>
          <p:nvPr/>
        </p:nvSpPr>
        <p:spPr>
          <a:xfrm>
            <a:off x="4724402" y="1684867"/>
            <a:ext cx="2158999" cy="369332"/>
          </a:xfrm>
          <a:prstGeom prst="rect">
            <a:avLst/>
          </a:prstGeom>
          <a:noFill/>
        </p:spPr>
        <p:txBody>
          <a:bodyPr wrap="square" rtlCol="0">
            <a:spAutoFit/>
          </a:bodyPr>
          <a:lstStyle/>
          <a:p>
            <a:r>
              <a:rPr lang="en-US" b="1" dirty="0"/>
              <a:t>BA/PM</a:t>
            </a:r>
          </a:p>
        </p:txBody>
      </p:sp>
      <p:sp>
        <p:nvSpPr>
          <p:cNvPr id="17" name="Rectangle 16">
            <a:extLst>
              <a:ext uri="{FF2B5EF4-FFF2-40B4-BE49-F238E27FC236}">
                <a16:creationId xmlns:a16="http://schemas.microsoft.com/office/drawing/2014/main" id="{9211CCED-DE22-F9FD-2CA7-90F877E44A01}"/>
              </a:ext>
            </a:extLst>
          </p:cNvPr>
          <p:cNvSpPr/>
          <p:nvPr/>
        </p:nvSpPr>
        <p:spPr>
          <a:xfrm>
            <a:off x="7628468" y="1684867"/>
            <a:ext cx="4165602" cy="292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9063" indent="-119063">
              <a:buFont typeface="Arial" panose="020B0604020202020204" pitchFamily="34" charset="0"/>
              <a:buChar char="•"/>
            </a:pPr>
            <a:endParaRPr lang="en-US" sz="1100" dirty="0">
              <a:solidFill>
                <a:schemeClr val="tx1"/>
              </a:solidFill>
            </a:endParaRPr>
          </a:p>
          <a:p>
            <a:pPr marL="119063" indent="-119063">
              <a:buFont typeface="Arial" panose="020B0604020202020204" pitchFamily="34" charset="0"/>
              <a:buChar char="•"/>
            </a:pPr>
            <a:endParaRPr lang="en-US" sz="1100" dirty="0">
              <a:solidFill>
                <a:schemeClr val="tx1"/>
              </a:solidFill>
            </a:endParaRPr>
          </a:p>
          <a:p>
            <a:pPr marL="119063" indent="-119063">
              <a:buFont typeface="Arial" panose="020B0604020202020204" pitchFamily="34" charset="0"/>
              <a:buChar char="•"/>
            </a:pPr>
            <a:r>
              <a:rPr lang="en-US" sz="1100" dirty="0">
                <a:solidFill>
                  <a:schemeClr val="tx1"/>
                </a:solidFill>
              </a:rPr>
              <a:t>Is a manager.</a:t>
            </a:r>
          </a:p>
          <a:p>
            <a:pPr marL="119063" indent="-119063">
              <a:buFont typeface="Arial" panose="020B0604020202020204" pitchFamily="34" charset="0"/>
              <a:buChar char="•"/>
            </a:pPr>
            <a:r>
              <a:rPr lang="en-US" sz="1100" dirty="0">
                <a:solidFill>
                  <a:schemeClr val="tx1"/>
                </a:solidFill>
              </a:rPr>
              <a:t>Manages and coordinates resources (budget, time, people)</a:t>
            </a:r>
          </a:p>
          <a:p>
            <a:pPr marL="119063" indent="-119063">
              <a:buFont typeface="Arial" panose="020B0604020202020204" pitchFamily="34" charset="0"/>
              <a:buChar char="•"/>
            </a:pPr>
            <a:r>
              <a:rPr lang="en-US" sz="1100" dirty="0">
                <a:solidFill>
                  <a:schemeClr val="tx1"/>
                </a:solidFill>
              </a:rPr>
              <a:t>Makes final decision based on proposals.</a:t>
            </a:r>
          </a:p>
          <a:p>
            <a:pPr marL="119063" indent="-119063">
              <a:buFont typeface="Arial" panose="020B0604020202020204" pitchFamily="34" charset="0"/>
              <a:buChar char="•"/>
            </a:pPr>
            <a:r>
              <a:rPr lang="en-US" sz="1100" dirty="0">
                <a:solidFill>
                  <a:schemeClr val="tx1"/>
                </a:solidFill>
              </a:rPr>
              <a:t>Determines development direction of the product</a:t>
            </a:r>
          </a:p>
          <a:p>
            <a:pPr marL="119063" indent="-119063">
              <a:buFont typeface="Arial" panose="020B0604020202020204" pitchFamily="34" charset="0"/>
              <a:buChar char="•"/>
            </a:pPr>
            <a:r>
              <a:rPr lang="en-US" sz="1100" dirty="0">
                <a:solidFill>
                  <a:schemeClr val="tx1"/>
                </a:solidFill>
              </a:rPr>
              <a:t>Defines user needs.</a:t>
            </a:r>
          </a:p>
          <a:p>
            <a:pPr marL="119063" indent="-119063">
              <a:buFont typeface="Arial" panose="020B0604020202020204" pitchFamily="34" charset="0"/>
              <a:buChar char="•"/>
            </a:pPr>
            <a:r>
              <a:rPr lang="en-US" sz="1100" dirty="0">
                <a:solidFill>
                  <a:schemeClr val="tx1"/>
                </a:solidFill>
              </a:rPr>
              <a:t>Responsible for the work of the whole team (development, sales, marketing, etc.) and its deadlines.</a:t>
            </a:r>
          </a:p>
          <a:p>
            <a:pPr marL="119063" indent="-119063">
              <a:buFont typeface="Arial" panose="020B0604020202020204" pitchFamily="34" charset="0"/>
              <a:buChar char="•"/>
            </a:pPr>
            <a:r>
              <a:rPr lang="en-US" sz="1100" dirty="0">
                <a:solidFill>
                  <a:schemeClr val="tx1"/>
                </a:solidFill>
              </a:rPr>
              <a:t>Prepares: business strategy, implementation plan, budget, forecasts, and reports to superiors.</a:t>
            </a:r>
          </a:p>
          <a:p>
            <a:pPr marL="119063" indent="-119063">
              <a:buFont typeface="Arial" panose="020B0604020202020204" pitchFamily="34" charset="0"/>
              <a:buChar char="•"/>
            </a:pPr>
            <a:r>
              <a:rPr lang="en-US" sz="1100" dirty="0">
                <a:solidFill>
                  <a:schemeClr val="tx1"/>
                </a:solidFill>
              </a:rPr>
              <a:t>Ensures sure that business objectives are reflected in the functionality.</a:t>
            </a:r>
          </a:p>
          <a:p>
            <a:pPr marL="119063" indent="-119063">
              <a:buFont typeface="Arial" panose="020B0604020202020204" pitchFamily="34" charset="0"/>
              <a:buChar char="•"/>
            </a:pPr>
            <a:r>
              <a:rPr lang="en-US" sz="1100" dirty="0">
                <a:solidFill>
                  <a:schemeClr val="tx1"/>
                </a:solidFill>
              </a:rPr>
              <a:t>A mediator between the businesses and the development team.</a:t>
            </a:r>
          </a:p>
        </p:txBody>
      </p:sp>
      <p:sp>
        <p:nvSpPr>
          <p:cNvPr id="18" name="TextBox 17">
            <a:extLst>
              <a:ext uri="{FF2B5EF4-FFF2-40B4-BE49-F238E27FC236}">
                <a16:creationId xmlns:a16="http://schemas.microsoft.com/office/drawing/2014/main" id="{172C3E8E-0C42-19D9-B4FE-93BB49C4FD38}"/>
              </a:ext>
            </a:extLst>
          </p:cNvPr>
          <p:cNvSpPr txBox="1"/>
          <p:nvPr/>
        </p:nvSpPr>
        <p:spPr>
          <a:xfrm>
            <a:off x="7696202" y="1744133"/>
            <a:ext cx="2158999" cy="369332"/>
          </a:xfrm>
          <a:prstGeom prst="rect">
            <a:avLst/>
          </a:prstGeom>
          <a:noFill/>
        </p:spPr>
        <p:txBody>
          <a:bodyPr wrap="square" rtlCol="0">
            <a:spAutoFit/>
          </a:bodyPr>
          <a:lstStyle/>
          <a:p>
            <a:r>
              <a:rPr lang="en-US" b="1" dirty="0"/>
              <a:t>BA</a:t>
            </a:r>
          </a:p>
        </p:txBody>
      </p:sp>
    </p:spTree>
    <p:extLst>
      <p:ext uri="{BB962C8B-B14F-4D97-AF65-F5344CB8AC3E}">
        <p14:creationId xmlns:p14="http://schemas.microsoft.com/office/powerpoint/2010/main" val="4077996748"/>
      </p:ext>
    </p:extLst>
  </p:cSld>
  <p:clrMapOvr>
    <a:masterClrMapping/>
  </p:clrMapOvr>
</p:sld>
</file>

<file path=ppt/theme/theme1.xml><?xml version="1.0" encoding="utf-8"?>
<a:theme xmlns:a="http://schemas.openxmlformats.org/drawingml/2006/main" name="Office Theme">
  <a:themeElements>
    <a:clrScheme name="Custom 87">
      <a:dk1>
        <a:sysClr val="windowText" lastClr="000000"/>
      </a:dk1>
      <a:lt1>
        <a:sysClr val="window" lastClr="FFFFFF"/>
      </a:lt1>
      <a:dk2>
        <a:srgbClr val="BF8641"/>
      </a:dk2>
      <a:lt2>
        <a:srgbClr val="E7E6E6"/>
      </a:lt2>
      <a:accent1>
        <a:srgbClr val="F2D6BD"/>
      </a:accent1>
      <a:accent2>
        <a:srgbClr val="616F8C"/>
      </a:accent2>
      <a:accent3>
        <a:srgbClr val="F2DAAC"/>
      </a:accent3>
      <a:accent4>
        <a:srgbClr val="373921"/>
      </a:accent4>
      <a:accent5>
        <a:srgbClr val="D9A577"/>
      </a:accent5>
      <a:accent6>
        <a:srgbClr val="A3AFB4"/>
      </a:accent6>
      <a:hlink>
        <a:srgbClr val="0563C1"/>
      </a:hlink>
      <a:folHlink>
        <a:srgbClr val="954F72"/>
      </a:folHlink>
    </a:clrScheme>
    <a:fontScheme name="Custom 123">
      <a:majorFont>
        <a:latin typeface="Elephan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rence presentation_Win32_JB_v4" id="{70FCD93A-57EB-469C-A5BA-B1DBF07680C8}" vid="{464C857C-B28C-411E-81F1-9894EC025F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56D043-63BC-4A94-9887-A7B1B2C8476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D622CF4D-9565-4B86-A8C6-169590EAEBFC}">
  <ds:schemaRefs>
    <ds:schemaRef ds:uri="http://schemas.microsoft.com/sharepoint/v3/contenttype/forms"/>
  </ds:schemaRefs>
</ds:datastoreItem>
</file>

<file path=customXml/itemProps3.xml><?xml version="1.0" encoding="utf-8"?>
<ds:datastoreItem xmlns:ds="http://schemas.openxmlformats.org/officeDocument/2006/customXml" ds:itemID="{4BD9B850-33FE-43D9-B469-C12FCA4960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Classic conference presentation</Template>
  <TotalTime>57</TotalTime>
  <Words>444</Words>
  <Application>Microsoft Office PowerPoint</Application>
  <PresentationFormat>Widescreen</PresentationFormat>
  <Paragraphs>63</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Avenir Next LT Pro</vt:lpstr>
      <vt:lpstr>Calibri</vt:lpstr>
      <vt:lpstr>Elephant Pro</vt:lpstr>
      <vt:lpstr>Office Theme</vt:lpstr>
      <vt:lpstr>Business Analyst vs. Product Manager</vt:lpstr>
      <vt:lpstr>Overview</vt:lpstr>
      <vt:lpstr>Who is a Business Analyst?</vt:lpstr>
      <vt:lpstr>Who is a Product Manager?</vt:lpstr>
      <vt:lpstr>Key Responsibilities</vt:lpstr>
      <vt:lpstr>Relationship between the BA and the PM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Analyst vs. Product Manager</dc:title>
  <dc:creator>Mayowa Osifeko</dc:creator>
  <cp:lastModifiedBy>Mayowa Osifeko</cp:lastModifiedBy>
  <cp:revision>2</cp:revision>
  <dcterms:created xsi:type="dcterms:W3CDTF">2022-10-19T05:40:46Z</dcterms:created>
  <dcterms:modified xsi:type="dcterms:W3CDTF">2022-10-19T06:38:44Z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