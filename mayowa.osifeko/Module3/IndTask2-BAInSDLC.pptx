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62" r:id="rId5"/>
    <p:sldId id="264" r:id="rId6"/>
    <p:sldId id="259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7197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7" d="100"/>
          <a:sy n="67" d="100"/>
        </p:scale>
        <p:origin x="582" y="45"/>
      </p:cViewPr>
      <p:guideLst>
        <p:guide pos="3840"/>
        <p:guide pos="719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outline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0B14E-AEA6-48D3-A387-ED4A3A3BF840}" type="doc">
      <dgm:prSet loTypeId="urn:microsoft.com/office/officeart/2016/7/layout/AccentHomeChevronProcess" loCatId="process" qsTypeId="urn:microsoft.com/office/officeart/2005/8/quickstyle/simple1" qsCatId="simple" csTypeId="urn:microsoft.com/office/officeart/2018/5/colors/Iconchunking_coloredoutline_colorful1" csCatId="colorful" phldr="1"/>
      <dgm:spPr/>
      <dgm:t>
        <a:bodyPr/>
        <a:lstStyle/>
        <a:p>
          <a:endParaRPr lang="en-US"/>
        </a:p>
      </dgm:t>
    </dgm:pt>
    <dgm:pt modelId="{AACEAFD5-63CF-4AFC-B46F-BE086C5D447C}">
      <dgm:prSet phldrT="[Text]"/>
      <dgm:spPr>
        <a:solidFill>
          <a:schemeClr val="accent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b="1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Gathering Requirements</a:t>
          </a:r>
        </a:p>
      </dgm:t>
    </dgm:pt>
    <dgm:pt modelId="{7A0BD8EC-BB4A-4912-A54E-6F39B681264E}" type="parTrans" cxnId="{AE101ABC-7EA3-4444-A576-8AB15A371C84}">
      <dgm:prSet/>
      <dgm:spPr/>
      <dgm:t>
        <a:bodyPr/>
        <a:lstStyle/>
        <a:p>
          <a:endParaRPr lang="en-US"/>
        </a:p>
      </dgm:t>
    </dgm:pt>
    <dgm:pt modelId="{7A8D4B4D-06E9-4958-810D-A6226B6AC588}" type="sibTrans" cxnId="{AE101ABC-7EA3-4444-A576-8AB15A371C84}">
      <dgm:prSet/>
      <dgm:spPr/>
      <dgm:t>
        <a:bodyPr/>
        <a:lstStyle/>
        <a:p>
          <a:endParaRPr lang="en-US"/>
        </a:p>
      </dgm:t>
    </dgm:pt>
    <dgm:pt modelId="{349299C9-846E-4827-813A-349CCCE20782}">
      <dgm:prSet phldrT="[Text]" custT="1"/>
      <dgm:spPr/>
      <dgm:t>
        <a:bodyPr lIns="108000" tIns="648000" rIns="288000" anchor="t" anchorCtr="0"/>
        <a:lstStyle/>
        <a:p>
          <a:pPr>
            <a:lnSpc>
              <a:spcPts val="1500"/>
            </a:lnSpc>
            <a:spcAft>
              <a:spcPts val="0"/>
            </a:spcAft>
          </a:pPr>
          <a:r>
            <a:rPr lang="en-US" sz="1200" dirty="0">
              <a:solidFill>
                <a:schemeClr val="tx2"/>
              </a:solidFill>
            </a:rPr>
            <a:t>I will gather business requirements and necessary information to develop a solution per the client’s expectations and identify risks.</a:t>
          </a:r>
        </a:p>
      </dgm:t>
    </dgm:pt>
    <dgm:pt modelId="{AEA27547-B9ED-4994-BD27-04EC297EF367}" type="parTrans" cxnId="{0EFA3039-6828-403C-9445-4359BA6645E6}">
      <dgm:prSet/>
      <dgm:spPr/>
      <dgm:t>
        <a:bodyPr/>
        <a:lstStyle/>
        <a:p>
          <a:endParaRPr lang="en-US"/>
        </a:p>
      </dgm:t>
    </dgm:pt>
    <dgm:pt modelId="{9D819F52-ACA0-4B08-8256-DF6BD8FA3A0B}" type="sibTrans" cxnId="{0EFA3039-6828-403C-9445-4359BA6645E6}">
      <dgm:prSet/>
      <dgm:spPr/>
      <dgm:t>
        <a:bodyPr/>
        <a:lstStyle/>
        <a:p>
          <a:endParaRPr lang="en-US"/>
        </a:p>
      </dgm:t>
    </dgm:pt>
    <dgm:pt modelId="{5D70EFF5-8B31-4A1F-AE44-51E4CF0013EB}">
      <dgm:prSet phldrT="[Text]" custT="1"/>
      <dgm:spPr/>
      <dgm:t>
        <a:bodyPr lIns="108000" tIns="648000" rIns="288000" anchor="t" anchorCtr="0"/>
        <a:lstStyle/>
        <a:p>
          <a:pPr>
            <a:lnSpc>
              <a:spcPts val="1500"/>
            </a:lnSpc>
          </a:pPr>
          <a:r>
            <a:rPr lang="en-US" sz="1200" dirty="0">
              <a:solidFill>
                <a:schemeClr val="tx2"/>
              </a:solidFill>
            </a:rPr>
            <a:t>I will define and document these requirements for approval by the clients and reviewed by market analysts.</a:t>
          </a:r>
        </a:p>
      </dgm:t>
    </dgm:pt>
    <dgm:pt modelId="{96C720A0-FEEF-48D1-8DF6-ABA03C304822}" type="parTrans" cxnId="{E97FF64F-8020-497E-AE7D-2395DDA4560D}">
      <dgm:prSet/>
      <dgm:spPr/>
      <dgm:t>
        <a:bodyPr/>
        <a:lstStyle/>
        <a:p>
          <a:endParaRPr lang="en-US"/>
        </a:p>
      </dgm:t>
    </dgm:pt>
    <dgm:pt modelId="{B6A59CDE-18AD-4553-B6C5-FF001A8E8510}" type="sibTrans" cxnId="{E97FF64F-8020-497E-AE7D-2395DDA4560D}">
      <dgm:prSet/>
      <dgm:spPr/>
      <dgm:t>
        <a:bodyPr/>
        <a:lstStyle/>
        <a:p>
          <a:endParaRPr lang="en-US"/>
        </a:p>
      </dgm:t>
    </dgm:pt>
    <dgm:pt modelId="{D71FC021-6A65-44D1-95B9-0E6C89079866}">
      <dgm:prSet phldrT="[Text]"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Designing and Prototyping</a:t>
          </a:r>
        </a:p>
      </dgm:t>
    </dgm:pt>
    <dgm:pt modelId="{862AAE39-3AAD-40E3-BA20-90187BD73242}" type="parTrans" cxnId="{53239C96-427C-420B-95DC-546F3B30ED65}">
      <dgm:prSet/>
      <dgm:spPr/>
      <dgm:t>
        <a:bodyPr/>
        <a:lstStyle/>
        <a:p>
          <a:endParaRPr lang="en-US"/>
        </a:p>
      </dgm:t>
    </dgm:pt>
    <dgm:pt modelId="{9B090D9D-470E-46E2-AABB-0368A52481AA}" type="sibTrans" cxnId="{53239C96-427C-420B-95DC-546F3B30ED65}">
      <dgm:prSet/>
      <dgm:spPr/>
      <dgm:t>
        <a:bodyPr/>
        <a:lstStyle/>
        <a:p>
          <a:endParaRPr lang="en-US"/>
        </a:p>
      </dgm:t>
    </dgm:pt>
    <dgm:pt modelId="{4A6BB192-9983-4F48-BBC5-6E384EED7EC5}">
      <dgm:prSet phldrT="[Text]" custT="1"/>
      <dgm:spPr/>
      <dgm:t>
        <a:bodyPr lIns="108000" tIns="648000" rIns="288000" anchor="t" anchorCtr="0"/>
        <a:lstStyle/>
        <a:p>
          <a:pPr>
            <a:lnSpc>
              <a:spcPts val="1500"/>
            </a:lnSpc>
          </a:pPr>
          <a:r>
            <a:rPr lang="en-US" sz="1200" dirty="0">
              <a:solidFill>
                <a:schemeClr val="tx2"/>
              </a:solidFill>
            </a:rPr>
            <a:t>I will define the functions and describe the operations in detail such as screen layouts, business rules, process diagrams, etc. </a:t>
          </a:r>
        </a:p>
      </dgm:t>
    </dgm:pt>
    <dgm:pt modelId="{230A6E4A-6CED-4DC0-AEFE-6859FE07B658}" type="parTrans" cxnId="{E3115EEA-DE9C-4F06-B8B3-BEB263D5F2B1}">
      <dgm:prSet/>
      <dgm:spPr/>
      <dgm:t>
        <a:bodyPr/>
        <a:lstStyle/>
        <a:p>
          <a:endParaRPr lang="en-US"/>
        </a:p>
      </dgm:t>
    </dgm:pt>
    <dgm:pt modelId="{0B568EC2-5D2A-4B00-8047-B7832F245B44}" type="sibTrans" cxnId="{E3115EEA-DE9C-4F06-B8B3-BEB263D5F2B1}">
      <dgm:prSet/>
      <dgm:spPr/>
      <dgm:t>
        <a:bodyPr/>
        <a:lstStyle/>
        <a:p>
          <a:endParaRPr lang="en-US"/>
        </a:p>
      </dgm:t>
    </dgm:pt>
    <dgm:pt modelId="{D07AD3FD-84FF-467E-9693-752776549C61}">
      <dgm:prSet phldrT="[Text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b="1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Defining Requirement</a:t>
          </a:r>
        </a:p>
      </dgm:t>
    </dgm:pt>
    <dgm:pt modelId="{A8C9B7A9-BC2A-4753-B7F0-F2E361D95520}" type="sibTrans" cxnId="{55492768-9A5E-4F74-AC7C-959C5C24EFD3}">
      <dgm:prSet/>
      <dgm:spPr/>
      <dgm:t>
        <a:bodyPr/>
        <a:lstStyle/>
        <a:p>
          <a:endParaRPr lang="en-US"/>
        </a:p>
      </dgm:t>
    </dgm:pt>
    <dgm:pt modelId="{7B691773-F524-4FAD-A272-BDF0B0C4370A}" type="parTrans" cxnId="{55492768-9A5E-4F74-AC7C-959C5C24EFD3}">
      <dgm:prSet/>
      <dgm:spPr/>
      <dgm:t>
        <a:bodyPr/>
        <a:lstStyle/>
        <a:p>
          <a:endParaRPr lang="en-US"/>
        </a:p>
      </dgm:t>
    </dgm:pt>
    <dgm:pt modelId="{32CCB050-072A-41BF-BE1B-388CF53E5629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r>
            <a:rPr lang="en-US" b="1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Software Dev. and Testing</a:t>
          </a:r>
          <a:endParaRPr lang="ru-RU" b="1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gm:t>
    </dgm:pt>
    <dgm:pt modelId="{B301371B-A53D-4B79-8B8D-7B304894442B}" type="parTrans" cxnId="{042E0AE1-6450-410A-B96E-AFBADB139BEA}">
      <dgm:prSet/>
      <dgm:spPr/>
      <dgm:t>
        <a:bodyPr/>
        <a:lstStyle/>
        <a:p>
          <a:endParaRPr lang="ru-RU"/>
        </a:p>
      </dgm:t>
    </dgm:pt>
    <dgm:pt modelId="{BF05D8EE-4413-4737-8721-DAF10D6CAB04}" type="sibTrans" cxnId="{042E0AE1-6450-410A-B96E-AFBADB139BEA}">
      <dgm:prSet/>
      <dgm:spPr/>
      <dgm:t>
        <a:bodyPr/>
        <a:lstStyle/>
        <a:p>
          <a:endParaRPr lang="ru-RU"/>
        </a:p>
      </dgm:t>
    </dgm:pt>
    <dgm:pt modelId="{9E838AE2-4659-4603-ABC8-58DF4222C0D4}">
      <dgm:prSet/>
      <dgm:spPr>
        <a:solidFill>
          <a:schemeClr val="accent5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b="1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Deployment</a:t>
          </a:r>
          <a:endParaRPr lang="ru-RU" b="1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gm:t>
    </dgm:pt>
    <dgm:pt modelId="{5FC53805-9431-4BC8-ADB9-DABF59DE31C7}" type="parTrans" cxnId="{CF54291C-AAFD-4FA4-9A16-20CE892BA907}">
      <dgm:prSet/>
      <dgm:spPr/>
      <dgm:t>
        <a:bodyPr/>
        <a:lstStyle/>
        <a:p>
          <a:endParaRPr lang="ru-RU"/>
        </a:p>
      </dgm:t>
    </dgm:pt>
    <dgm:pt modelId="{61F1BCD3-232D-4C03-B56C-182BCB6108CD}" type="sibTrans" cxnId="{CF54291C-AAFD-4FA4-9A16-20CE892BA907}">
      <dgm:prSet/>
      <dgm:spPr/>
      <dgm:t>
        <a:bodyPr/>
        <a:lstStyle/>
        <a:p>
          <a:endParaRPr lang="ru-RU"/>
        </a:p>
      </dgm:t>
    </dgm:pt>
    <dgm:pt modelId="{04A40292-9119-41B2-B968-7B651F20675D}">
      <dgm:prSet custT="1"/>
      <dgm:spPr/>
      <dgm:t>
        <a:bodyPr lIns="108000" tIns="648000" rIns="288000" anchor="t" anchorCtr="0"/>
        <a:lstStyle/>
        <a:p>
          <a:pPr marL="0" lvl="0" indent="0" algn="l" defTabSz="53340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solidFill>
                <a:srgbClr val="666666"/>
              </a:solidFill>
              <a:latin typeface="+mn-lt"/>
              <a:ea typeface="+mn-ea"/>
              <a:cs typeface="+mn-cs"/>
            </a:rPr>
            <a:t>I will dictate the implementation of the solution and ensure proper testing is conducted.</a:t>
          </a:r>
        </a:p>
      </dgm:t>
    </dgm:pt>
    <dgm:pt modelId="{70078FF1-F2A9-4A6B-88D1-8CF3595EFE73}" type="parTrans" cxnId="{1D6C5464-DE30-4BEC-9E27-B2C179C39CC4}">
      <dgm:prSet/>
      <dgm:spPr/>
      <dgm:t>
        <a:bodyPr/>
        <a:lstStyle/>
        <a:p>
          <a:endParaRPr lang="en-US"/>
        </a:p>
      </dgm:t>
    </dgm:pt>
    <dgm:pt modelId="{B4C4972A-0898-484E-AF78-D5D7E0F991F2}" type="sibTrans" cxnId="{1D6C5464-DE30-4BEC-9E27-B2C179C39CC4}">
      <dgm:prSet/>
      <dgm:spPr/>
      <dgm:t>
        <a:bodyPr/>
        <a:lstStyle/>
        <a:p>
          <a:endParaRPr lang="en-US"/>
        </a:p>
      </dgm:t>
    </dgm:pt>
    <dgm:pt modelId="{C8E903CE-0CFD-4D68-A857-80E14557005E}">
      <dgm:prSet custT="1"/>
      <dgm:spPr/>
      <dgm:t>
        <a:bodyPr lIns="108000" tIns="648000" rIns="288000" anchor="t" anchorCtr="0"/>
        <a:lstStyle/>
        <a:p>
          <a:pPr marL="0" lvl="0" indent="0" algn="l" defTabSz="53340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solidFill>
                <a:srgbClr val="666666"/>
              </a:solidFill>
              <a:latin typeface="+mn-lt"/>
              <a:ea typeface="+mn-ea"/>
              <a:cs typeface="+mn-cs"/>
            </a:rPr>
            <a:t>After testing and code errors are fixed, I will deliver the product to customer by integrating into their systems.</a:t>
          </a:r>
        </a:p>
      </dgm:t>
    </dgm:pt>
    <dgm:pt modelId="{D5890537-0D77-4DA1-A100-62C393623468}" type="parTrans" cxnId="{17BD67AD-4331-49EC-BC4A-29404E891597}">
      <dgm:prSet/>
      <dgm:spPr/>
      <dgm:t>
        <a:bodyPr/>
        <a:lstStyle/>
        <a:p>
          <a:endParaRPr lang="en-US"/>
        </a:p>
      </dgm:t>
    </dgm:pt>
    <dgm:pt modelId="{862799CE-00F4-4DD6-894E-A487503F8DE6}" type="sibTrans" cxnId="{17BD67AD-4331-49EC-BC4A-29404E891597}">
      <dgm:prSet/>
      <dgm:spPr/>
      <dgm:t>
        <a:bodyPr/>
        <a:lstStyle/>
        <a:p>
          <a:endParaRPr lang="en-US"/>
        </a:p>
      </dgm:t>
    </dgm:pt>
    <dgm:pt modelId="{594BF422-752C-42F3-A230-3D0E6AE9A886}" type="pres">
      <dgm:prSet presAssocID="{55C0B14E-AEA6-48D3-A387-ED4A3A3BF840}" presName="Name0" presStyleCnt="0">
        <dgm:presLayoutVars>
          <dgm:animLvl val="lvl"/>
          <dgm:resizeHandles val="exact"/>
        </dgm:presLayoutVars>
      </dgm:prSet>
      <dgm:spPr/>
    </dgm:pt>
    <dgm:pt modelId="{F6A1B9E0-4B4A-47A4-A011-67526CEEA770}" type="pres">
      <dgm:prSet presAssocID="{AACEAFD5-63CF-4AFC-B46F-BE086C5D447C}" presName="composite" presStyleCnt="0"/>
      <dgm:spPr/>
    </dgm:pt>
    <dgm:pt modelId="{FA4E6E73-A3C8-4495-927B-8AADA5A74297}" type="pres">
      <dgm:prSet presAssocID="{AACEAFD5-63CF-4AFC-B46F-BE086C5D447C}" presName="L" presStyleLbl="solidFgAcc1" presStyleIdx="0" presStyleCnt="5">
        <dgm:presLayoutVars>
          <dgm:chMax val="0"/>
          <dgm:chPref val="0"/>
        </dgm:presLayoutVars>
      </dgm:prSet>
      <dgm:spPr>
        <a:ln>
          <a:solidFill>
            <a:schemeClr val="accent1"/>
          </a:solidFill>
        </a:ln>
      </dgm:spPr>
    </dgm:pt>
    <dgm:pt modelId="{CA3A6A4E-2D39-41D2-A6B1-B590D0C452D2}" type="pres">
      <dgm:prSet presAssocID="{AACEAFD5-63CF-4AFC-B46F-BE086C5D447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810D7AA7-A541-4507-BE7F-36CCF210089F}" type="pres">
      <dgm:prSet presAssocID="{AACEAFD5-63CF-4AFC-B46F-BE086C5D447C}" presName="des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F7CDD44-32F1-4759-861F-8DABEBBA8D89}" type="pres">
      <dgm:prSet presAssocID="{AACEAFD5-63CF-4AFC-B46F-BE086C5D447C}" presName="EmptyPlaceHolder" presStyleCnt="0"/>
      <dgm:spPr/>
    </dgm:pt>
    <dgm:pt modelId="{C9A9B9EA-6A1D-4A13-9C7F-C112F25D2888}" type="pres">
      <dgm:prSet presAssocID="{7A8D4B4D-06E9-4958-810D-A6226B6AC588}" presName="space" presStyleCnt="0"/>
      <dgm:spPr/>
    </dgm:pt>
    <dgm:pt modelId="{EC37843F-14A6-4E20-B7AE-2B086A8F5F45}" type="pres">
      <dgm:prSet presAssocID="{D07AD3FD-84FF-467E-9693-752776549C61}" presName="composite" presStyleCnt="0"/>
      <dgm:spPr/>
    </dgm:pt>
    <dgm:pt modelId="{E41E7729-FD3F-426D-804C-45BD60BD762D}" type="pres">
      <dgm:prSet presAssocID="{D07AD3FD-84FF-467E-9693-752776549C61}" presName="L" presStyleLbl="solidFgAcc1" presStyleIdx="1" presStyleCnt="5">
        <dgm:presLayoutVars>
          <dgm:chMax val="0"/>
          <dgm:chPref val="0"/>
        </dgm:presLayoutVars>
      </dgm:prSet>
      <dgm:spPr>
        <a:ln>
          <a:solidFill>
            <a:schemeClr val="accent2"/>
          </a:solidFill>
        </a:ln>
      </dgm:spPr>
    </dgm:pt>
    <dgm:pt modelId="{6C46E586-0364-4C52-98F9-74A7ACD803D1}" type="pres">
      <dgm:prSet presAssocID="{D07AD3FD-84FF-467E-9693-752776549C6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5E07F9E4-149C-4A89-848F-4ABDD305F0C5}" type="pres">
      <dgm:prSet presAssocID="{D07AD3FD-84FF-467E-9693-752776549C61}" presName="des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928FCAD-BE3F-45AC-93A5-FD98F8A50E00}" type="pres">
      <dgm:prSet presAssocID="{D07AD3FD-84FF-467E-9693-752776549C61}" presName="EmptyPlaceHolder" presStyleCnt="0"/>
      <dgm:spPr/>
    </dgm:pt>
    <dgm:pt modelId="{C2DF8D93-19C7-4E07-BCAF-9FAAB62C8CF2}" type="pres">
      <dgm:prSet presAssocID="{A8C9B7A9-BC2A-4753-B7F0-F2E361D95520}" presName="space" presStyleCnt="0"/>
      <dgm:spPr/>
    </dgm:pt>
    <dgm:pt modelId="{86E313B1-36D3-44D7-907E-22A08CB8E9CC}" type="pres">
      <dgm:prSet presAssocID="{D71FC021-6A65-44D1-95B9-0E6C89079866}" presName="composite" presStyleCnt="0"/>
      <dgm:spPr/>
    </dgm:pt>
    <dgm:pt modelId="{473F2067-7126-4D56-A328-5A8CFD3D8D52}" type="pres">
      <dgm:prSet presAssocID="{D71FC021-6A65-44D1-95B9-0E6C89079866}" presName="L" presStyleLbl="solidFgAcc1" presStyleIdx="2" presStyleCnt="5">
        <dgm:presLayoutVars>
          <dgm:chMax val="0"/>
          <dgm:chPref val="0"/>
        </dgm:presLayoutVars>
      </dgm:prSet>
      <dgm:spPr>
        <a:ln>
          <a:solidFill>
            <a:schemeClr val="accent3"/>
          </a:solidFill>
        </a:ln>
      </dgm:spPr>
    </dgm:pt>
    <dgm:pt modelId="{7A0B5EFC-88FB-4ED5-994F-D5F6584C2293}" type="pres">
      <dgm:prSet presAssocID="{D71FC021-6A65-44D1-95B9-0E6C8907986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FD7B29F2-0D66-4B4B-BC8A-82DA23575305}" type="pres">
      <dgm:prSet presAssocID="{D71FC021-6A65-44D1-95B9-0E6C89079866}" presName="des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BABAA172-7B81-4C6B-BCF2-4572322515C5}" type="pres">
      <dgm:prSet presAssocID="{D71FC021-6A65-44D1-95B9-0E6C89079866}" presName="EmptyPlaceHolder" presStyleCnt="0"/>
      <dgm:spPr/>
    </dgm:pt>
    <dgm:pt modelId="{F5592489-4EC4-4CD3-8C9F-861313656D99}" type="pres">
      <dgm:prSet presAssocID="{9B090D9D-470E-46E2-AABB-0368A52481AA}" presName="space" presStyleCnt="0"/>
      <dgm:spPr/>
    </dgm:pt>
    <dgm:pt modelId="{62262EA1-D674-4DE8-B444-FEC3F6748520}" type="pres">
      <dgm:prSet presAssocID="{32CCB050-072A-41BF-BE1B-388CF53E5629}" presName="composite" presStyleCnt="0"/>
      <dgm:spPr/>
    </dgm:pt>
    <dgm:pt modelId="{7BF6E820-C6E3-4E2C-BB23-ADF9AD641C6B}" type="pres">
      <dgm:prSet presAssocID="{32CCB050-072A-41BF-BE1B-388CF53E5629}" presName="L" presStyleLbl="solidFgAcc1" presStyleIdx="3" presStyleCnt="5">
        <dgm:presLayoutVars>
          <dgm:chMax val="0"/>
          <dgm:chPref val="0"/>
        </dgm:presLayoutVars>
      </dgm:prSet>
      <dgm:spPr>
        <a:ln>
          <a:solidFill>
            <a:schemeClr val="accent4"/>
          </a:solidFill>
        </a:ln>
      </dgm:spPr>
    </dgm:pt>
    <dgm:pt modelId="{B8046455-4EBB-40A8-838B-B584850A8B8E}" type="pres">
      <dgm:prSet presAssocID="{32CCB050-072A-41BF-BE1B-388CF53E5629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1D84544C-5924-422B-9546-A86AE4927E4C}" type="pres">
      <dgm:prSet presAssocID="{32CCB050-072A-41BF-BE1B-388CF53E5629}" presName="des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ED05E404-1B63-4FC9-A7B8-277860DEBCD0}" type="pres">
      <dgm:prSet presAssocID="{32CCB050-072A-41BF-BE1B-388CF53E5629}" presName="EmptyPlaceHolder" presStyleCnt="0"/>
      <dgm:spPr/>
    </dgm:pt>
    <dgm:pt modelId="{AB144E95-E2AA-430B-870C-A44D04CCB5A8}" type="pres">
      <dgm:prSet presAssocID="{BF05D8EE-4413-4737-8721-DAF10D6CAB04}" presName="space" presStyleCnt="0"/>
      <dgm:spPr/>
    </dgm:pt>
    <dgm:pt modelId="{D0A9E9B9-B6D2-49AA-91D6-7CE223E637D0}" type="pres">
      <dgm:prSet presAssocID="{9E838AE2-4659-4603-ABC8-58DF4222C0D4}" presName="composite" presStyleCnt="0"/>
      <dgm:spPr/>
    </dgm:pt>
    <dgm:pt modelId="{0EE416CF-D8AE-41BD-BF35-9148040E1274}" type="pres">
      <dgm:prSet presAssocID="{9E838AE2-4659-4603-ABC8-58DF4222C0D4}" presName="L" presStyleLbl="solidFgAcc1" presStyleIdx="4" presStyleCnt="5">
        <dgm:presLayoutVars>
          <dgm:chMax val="0"/>
          <dgm:chPref val="0"/>
        </dgm:presLayoutVars>
      </dgm:prSet>
      <dgm:spPr>
        <a:ln>
          <a:solidFill>
            <a:schemeClr val="accent5"/>
          </a:solidFill>
        </a:ln>
      </dgm:spPr>
    </dgm:pt>
    <dgm:pt modelId="{559A9A18-D6AE-4459-8C7F-A17CAB50744A}" type="pres">
      <dgm:prSet presAssocID="{9E838AE2-4659-4603-ABC8-58DF4222C0D4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7F54B493-FCA8-4A1F-A2B1-FCB26CA9C396}" type="pres">
      <dgm:prSet presAssocID="{9E838AE2-4659-4603-ABC8-58DF4222C0D4}" presName="des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D73F5E39-8993-4D6C-9D92-8E8F41E329B8}" type="pres">
      <dgm:prSet presAssocID="{9E838AE2-4659-4603-ABC8-58DF4222C0D4}" presName="EmptyPlaceHolder" presStyleCnt="0"/>
      <dgm:spPr/>
    </dgm:pt>
  </dgm:ptLst>
  <dgm:cxnLst>
    <dgm:cxn modelId="{20190A0D-EF75-4224-80CC-FC8EBDEF2138}" type="presOf" srcId="{C8E903CE-0CFD-4D68-A857-80E14557005E}" destId="{7F54B493-FCA8-4A1F-A2B1-FCB26CA9C396}" srcOrd="0" destOrd="0" presId="urn:microsoft.com/office/officeart/2016/7/layout/AccentHomeChevronProcess"/>
    <dgm:cxn modelId="{CF54291C-AAFD-4FA4-9A16-20CE892BA907}" srcId="{55C0B14E-AEA6-48D3-A387-ED4A3A3BF840}" destId="{9E838AE2-4659-4603-ABC8-58DF4222C0D4}" srcOrd="4" destOrd="0" parTransId="{5FC53805-9431-4BC8-ADB9-DABF59DE31C7}" sibTransId="{61F1BCD3-232D-4C03-B56C-182BCB6108CD}"/>
    <dgm:cxn modelId="{F23BFC27-EEA1-48DD-A68B-3C9BF1AE455D}" type="presOf" srcId="{349299C9-846E-4827-813A-349CCCE20782}" destId="{810D7AA7-A541-4507-BE7F-36CCF210089F}" srcOrd="0" destOrd="0" presId="urn:microsoft.com/office/officeart/2016/7/layout/AccentHomeChevronProcess"/>
    <dgm:cxn modelId="{0EFA3039-6828-403C-9445-4359BA6645E6}" srcId="{AACEAFD5-63CF-4AFC-B46F-BE086C5D447C}" destId="{349299C9-846E-4827-813A-349CCCE20782}" srcOrd="0" destOrd="0" parTransId="{AEA27547-B9ED-4994-BD27-04EC297EF367}" sibTransId="{9D819F52-ACA0-4B08-8256-DF6BD8FA3A0B}"/>
    <dgm:cxn modelId="{6CDEA839-6538-453E-9113-58ECC65280CB}" type="presOf" srcId="{AACEAFD5-63CF-4AFC-B46F-BE086C5D447C}" destId="{CA3A6A4E-2D39-41D2-A6B1-B590D0C452D2}" srcOrd="0" destOrd="0" presId="urn:microsoft.com/office/officeart/2016/7/layout/AccentHomeChevronProcess"/>
    <dgm:cxn modelId="{1D6C5464-DE30-4BEC-9E27-B2C179C39CC4}" srcId="{32CCB050-072A-41BF-BE1B-388CF53E5629}" destId="{04A40292-9119-41B2-B968-7B651F20675D}" srcOrd="0" destOrd="0" parTransId="{70078FF1-F2A9-4A6B-88D1-8CF3595EFE73}" sibTransId="{B4C4972A-0898-484E-AF78-D5D7E0F991F2}"/>
    <dgm:cxn modelId="{55492768-9A5E-4F74-AC7C-959C5C24EFD3}" srcId="{55C0B14E-AEA6-48D3-A387-ED4A3A3BF840}" destId="{D07AD3FD-84FF-467E-9693-752776549C61}" srcOrd="1" destOrd="0" parTransId="{7B691773-F524-4FAD-A272-BDF0B0C4370A}" sibTransId="{A8C9B7A9-BC2A-4753-B7F0-F2E361D95520}"/>
    <dgm:cxn modelId="{993A834D-F9E7-487D-A46B-FD9A309F5C59}" type="presOf" srcId="{04A40292-9119-41B2-B968-7B651F20675D}" destId="{1D84544C-5924-422B-9546-A86AE4927E4C}" srcOrd="0" destOrd="0" presId="urn:microsoft.com/office/officeart/2016/7/layout/AccentHomeChevronProcess"/>
    <dgm:cxn modelId="{E97FF64F-8020-497E-AE7D-2395DDA4560D}" srcId="{D07AD3FD-84FF-467E-9693-752776549C61}" destId="{5D70EFF5-8B31-4A1F-AE44-51E4CF0013EB}" srcOrd="0" destOrd="0" parTransId="{96C720A0-FEEF-48D1-8DF6-ABA03C304822}" sibTransId="{B6A59CDE-18AD-4553-B6C5-FF001A8E8510}"/>
    <dgm:cxn modelId="{219EA357-E48B-4A91-91A7-8282DFF10601}" type="presOf" srcId="{55C0B14E-AEA6-48D3-A387-ED4A3A3BF840}" destId="{594BF422-752C-42F3-A230-3D0E6AE9A886}" srcOrd="0" destOrd="0" presId="urn:microsoft.com/office/officeart/2016/7/layout/AccentHomeChevronProcess"/>
    <dgm:cxn modelId="{61E56288-5A92-4019-989A-398C8EA8A844}" type="presOf" srcId="{4A6BB192-9983-4F48-BBC5-6E384EED7EC5}" destId="{FD7B29F2-0D66-4B4B-BC8A-82DA23575305}" srcOrd="0" destOrd="0" presId="urn:microsoft.com/office/officeart/2016/7/layout/AccentHomeChevronProcess"/>
    <dgm:cxn modelId="{60399491-EC61-4ACD-870E-1A66600F3D26}" type="presOf" srcId="{D71FC021-6A65-44D1-95B9-0E6C89079866}" destId="{7A0B5EFC-88FB-4ED5-994F-D5F6584C2293}" srcOrd="0" destOrd="0" presId="urn:microsoft.com/office/officeart/2016/7/layout/AccentHomeChevronProcess"/>
    <dgm:cxn modelId="{53239C96-427C-420B-95DC-546F3B30ED65}" srcId="{55C0B14E-AEA6-48D3-A387-ED4A3A3BF840}" destId="{D71FC021-6A65-44D1-95B9-0E6C89079866}" srcOrd="2" destOrd="0" parTransId="{862AAE39-3AAD-40E3-BA20-90187BD73242}" sibTransId="{9B090D9D-470E-46E2-AABB-0368A52481AA}"/>
    <dgm:cxn modelId="{17BD67AD-4331-49EC-BC4A-29404E891597}" srcId="{9E838AE2-4659-4603-ABC8-58DF4222C0D4}" destId="{C8E903CE-0CFD-4D68-A857-80E14557005E}" srcOrd="0" destOrd="0" parTransId="{D5890537-0D77-4DA1-A100-62C393623468}" sibTransId="{862799CE-00F4-4DD6-894E-A487503F8DE6}"/>
    <dgm:cxn modelId="{2F6485B4-0735-4D01-8060-5A89B7562619}" type="presOf" srcId="{5D70EFF5-8B31-4A1F-AE44-51E4CF0013EB}" destId="{5E07F9E4-149C-4A89-848F-4ABDD305F0C5}" srcOrd="0" destOrd="0" presId="urn:microsoft.com/office/officeart/2016/7/layout/AccentHomeChevronProcess"/>
    <dgm:cxn modelId="{AE101ABC-7EA3-4444-A576-8AB15A371C84}" srcId="{55C0B14E-AEA6-48D3-A387-ED4A3A3BF840}" destId="{AACEAFD5-63CF-4AFC-B46F-BE086C5D447C}" srcOrd="0" destOrd="0" parTransId="{7A0BD8EC-BB4A-4912-A54E-6F39B681264E}" sibTransId="{7A8D4B4D-06E9-4958-810D-A6226B6AC588}"/>
    <dgm:cxn modelId="{665C05C7-3CB0-428C-B457-E59A0AF60DA1}" type="presOf" srcId="{D07AD3FD-84FF-467E-9693-752776549C61}" destId="{6C46E586-0364-4C52-98F9-74A7ACD803D1}" srcOrd="0" destOrd="0" presId="urn:microsoft.com/office/officeart/2016/7/layout/AccentHomeChevronProcess"/>
    <dgm:cxn modelId="{042E0AE1-6450-410A-B96E-AFBADB139BEA}" srcId="{55C0B14E-AEA6-48D3-A387-ED4A3A3BF840}" destId="{32CCB050-072A-41BF-BE1B-388CF53E5629}" srcOrd="3" destOrd="0" parTransId="{B301371B-A53D-4B79-8B8D-7B304894442B}" sibTransId="{BF05D8EE-4413-4737-8721-DAF10D6CAB04}"/>
    <dgm:cxn modelId="{E3115EEA-DE9C-4F06-B8B3-BEB263D5F2B1}" srcId="{D71FC021-6A65-44D1-95B9-0E6C89079866}" destId="{4A6BB192-9983-4F48-BBC5-6E384EED7EC5}" srcOrd="0" destOrd="0" parTransId="{230A6E4A-6CED-4DC0-AEFE-6859FE07B658}" sibTransId="{0B568EC2-5D2A-4B00-8047-B7832F245B44}"/>
    <dgm:cxn modelId="{DB636DF2-EC68-445F-B7E9-11D2D9235026}" type="presOf" srcId="{9E838AE2-4659-4603-ABC8-58DF4222C0D4}" destId="{559A9A18-D6AE-4459-8C7F-A17CAB50744A}" srcOrd="0" destOrd="0" presId="urn:microsoft.com/office/officeart/2016/7/layout/AccentHomeChevronProcess"/>
    <dgm:cxn modelId="{10122CFA-F2C6-4519-A06A-6ABCC8B80C59}" type="presOf" srcId="{32CCB050-072A-41BF-BE1B-388CF53E5629}" destId="{B8046455-4EBB-40A8-838B-B584850A8B8E}" srcOrd="0" destOrd="0" presId="urn:microsoft.com/office/officeart/2016/7/layout/AccentHomeChevronProcess"/>
    <dgm:cxn modelId="{C93892E1-28C0-4B75-A464-293C00708672}" type="presParOf" srcId="{594BF422-752C-42F3-A230-3D0E6AE9A886}" destId="{F6A1B9E0-4B4A-47A4-A011-67526CEEA770}" srcOrd="0" destOrd="0" presId="urn:microsoft.com/office/officeart/2016/7/layout/AccentHomeChevronProcess"/>
    <dgm:cxn modelId="{D5413575-9692-46A2-A045-9ED8482318DF}" type="presParOf" srcId="{F6A1B9E0-4B4A-47A4-A011-67526CEEA770}" destId="{FA4E6E73-A3C8-4495-927B-8AADA5A74297}" srcOrd="0" destOrd="0" presId="urn:microsoft.com/office/officeart/2016/7/layout/AccentHomeChevronProcess"/>
    <dgm:cxn modelId="{3303BDD6-668D-45F1-9491-4125E782D67C}" type="presParOf" srcId="{F6A1B9E0-4B4A-47A4-A011-67526CEEA770}" destId="{CA3A6A4E-2D39-41D2-A6B1-B590D0C452D2}" srcOrd="1" destOrd="0" presId="urn:microsoft.com/office/officeart/2016/7/layout/AccentHomeChevronProcess"/>
    <dgm:cxn modelId="{3BAD5A1C-162E-4722-B818-968C4083BECD}" type="presParOf" srcId="{F6A1B9E0-4B4A-47A4-A011-67526CEEA770}" destId="{810D7AA7-A541-4507-BE7F-36CCF210089F}" srcOrd="2" destOrd="0" presId="urn:microsoft.com/office/officeart/2016/7/layout/AccentHomeChevronProcess"/>
    <dgm:cxn modelId="{A3B267C1-BAFC-42F0-A63A-6491CFDC1ED2}" type="presParOf" srcId="{F6A1B9E0-4B4A-47A4-A011-67526CEEA770}" destId="{4F7CDD44-32F1-4759-861F-8DABEBBA8D89}" srcOrd="3" destOrd="0" presId="urn:microsoft.com/office/officeart/2016/7/layout/AccentHomeChevronProcess"/>
    <dgm:cxn modelId="{80CC9289-BA8F-4ED7-A4ED-9FA5EF71D964}" type="presParOf" srcId="{594BF422-752C-42F3-A230-3D0E6AE9A886}" destId="{C9A9B9EA-6A1D-4A13-9C7F-C112F25D2888}" srcOrd="1" destOrd="0" presId="urn:microsoft.com/office/officeart/2016/7/layout/AccentHomeChevronProcess"/>
    <dgm:cxn modelId="{5B7985CA-BC92-461D-A77E-E2320D4992D0}" type="presParOf" srcId="{594BF422-752C-42F3-A230-3D0E6AE9A886}" destId="{EC37843F-14A6-4E20-B7AE-2B086A8F5F45}" srcOrd="2" destOrd="0" presId="urn:microsoft.com/office/officeart/2016/7/layout/AccentHomeChevronProcess"/>
    <dgm:cxn modelId="{1996E4D7-D809-45CA-9DF0-561A93BDAFB1}" type="presParOf" srcId="{EC37843F-14A6-4E20-B7AE-2B086A8F5F45}" destId="{E41E7729-FD3F-426D-804C-45BD60BD762D}" srcOrd="0" destOrd="0" presId="urn:microsoft.com/office/officeart/2016/7/layout/AccentHomeChevronProcess"/>
    <dgm:cxn modelId="{16E53752-1AB8-4CD2-BFD6-85C0CDA26E1B}" type="presParOf" srcId="{EC37843F-14A6-4E20-B7AE-2B086A8F5F45}" destId="{6C46E586-0364-4C52-98F9-74A7ACD803D1}" srcOrd="1" destOrd="0" presId="urn:microsoft.com/office/officeart/2016/7/layout/AccentHomeChevronProcess"/>
    <dgm:cxn modelId="{FAC2F23D-E510-4342-91C3-FCAB11B207C0}" type="presParOf" srcId="{EC37843F-14A6-4E20-B7AE-2B086A8F5F45}" destId="{5E07F9E4-149C-4A89-848F-4ABDD305F0C5}" srcOrd="2" destOrd="0" presId="urn:microsoft.com/office/officeart/2016/7/layout/AccentHomeChevronProcess"/>
    <dgm:cxn modelId="{3843A525-0A63-4743-B0E8-0F795D54B4E4}" type="presParOf" srcId="{EC37843F-14A6-4E20-B7AE-2B086A8F5F45}" destId="{2928FCAD-BE3F-45AC-93A5-FD98F8A50E00}" srcOrd="3" destOrd="0" presId="urn:microsoft.com/office/officeart/2016/7/layout/AccentHomeChevronProcess"/>
    <dgm:cxn modelId="{D179D84E-BE2C-46EF-8594-412D3A7F9213}" type="presParOf" srcId="{594BF422-752C-42F3-A230-3D0E6AE9A886}" destId="{C2DF8D93-19C7-4E07-BCAF-9FAAB62C8CF2}" srcOrd="3" destOrd="0" presId="urn:microsoft.com/office/officeart/2016/7/layout/AccentHomeChevronProcess"/>
    <dgm:cxn modelId="{D8554B98-FAA7-4800-BB76-916BA7A2B10E}" type="presParOf" srcId="{594BF422-752C-42F3-A230-3D0E6AE9A886}" destId="{86E313B1-36D3-44D7-907E-22A08CB8E9CC}" srcOrd="4" destOrd="0" presId="urn:microsoft.com/office/officeart/2016/7/layout/AccentHomeChevronProcess"/>
    <dgm:cxn modelId="{19D10FBF-8E65-4EB5-9B54-54A271982B0D}" type="presParOf" srcId="{86E313B1-36D3-44D7-907E-22A08CB8E9CC}" destId="{473F2067-7126-4D56-A328-5A8CFD3D8D52}" srcOrd="0" destOrd="0" presId="urn:microsoft.com/office/officeart/2016/7/layout/AccentHomeChevronProcess"/>
    <dgm:cxn modelId="{11A73768-8587-4E2B-BDDA-6254211FDF2D}" type="presParOf" srcId="{86E313B1-36D3-44D7-907E-22A08CB8E9CC}" destId="{7A0B5EFC-88FB-4ED5-994F-D5F6584C2293}" srcOrd="1" destOrd="0" presId="urn:microsoft.com/office/officeart/2016/7/layout/AccentHomeChevronProcess"/>
    <dgm:cxn modelId="{522D3FED-6E8C-40DF-8BA8-A80510ACC48F}" type="presParOf" srcId="{86E313B1-36D3-44D7-907E-22A08CB8E9CC}" destId="{FD7B29F2-0D66-4B4B-BC8A-82DA23575305}" srcOrd="2" destOrd="0" presId="urn:microsoft.com/office/officeart/2016/7/layout/AccentHomeChevronProcess"/>
    <dgm:cxn modelId="{8075A955-4651-4DD2-B114-EB147BF378DF}" type="presParOf" srcId="{86E313B1-36D3-44D7-907E-22A08CB8E9CC}" destId="{BABAA172-7B81-4C6B-BCF2-4572322515C5}" srcOrd="3" destOrd="0" presId="urn:microsoft.com/office/officeart/2016/7/layout/AccentHomeChevronProcess"/>
    <dgm:cxn modelId="{76487C60-81CC-4808-A6F6-74C757E56AA2}" type="presParOf" srcId="{594BF422-752C-42F3-A230-3D0E6AE9A886}" destId="{F5592489-4EC4-4CD3-8C9F-861313656D99}" srcOrd="5" destOrd="0" presId="urn:microsoft.com/office/officeart/2016/7/layout/AccentHomeChevronProcess"/>
    <dgm:cxn modelId="{DF11AE77-7C6F-4023-B9CA-C466C92E9683}" type="presParOf" srcId="{594BF422-752C-42F3-A230-3D0E6AE9A886}" destId="{62262EA1-D674-4DE8-B444-FEC3F6748520}" srcOrd="6" destOrd="0" presId="urn:microsoft.com/office/officeart/2016/7/layout/AccentHomeChevronProcess"/>
    <dgm:cxn modelId="{18CDA0B2-B372-4A35-AE00-5304AC3837D3}" type="presParOf" srcId="{62262EA1-D674-4DE8-B444-FEC3F6748520}" destId="{7BF6E820-C6E3-4E2C-BB23-ADF9AD641C6B}" srcOrd="0" destOrd="0" presId="urn:microsoft.com/office/officeart/2016/7/layout/AccentHomeChevronProcess"/>
    <dgm:cxn modelId="{0DF47D5B-8611-4D8E-928B-AA2D5766C18B}" type="presParOf" srcId="{62262EA1-D674-4DE8-B444-FEC3F6748520}" destId="{B8046455-4EBB-40A8-838B-B584850A8B8E}" srcOrd="1" destOrd="0" presId="urn:microsoft.com/office/officeart/2016/7/layout/AccentHomeChevronProcess"/>
    <dgm:cxn modelId="{7C4A88D9-8926-4433-834A-47C1FDDF722F}" type="presParOf" srcId="{62262EA1-D674-4DE8-B444-FEC3F6748520}" destId="{1D84544C-5924-422B-9546-A86AE4927E4C}" srcOrd="2" destOrd="0" presId="urn:microsoft.com/office/officeart/2016/7/layout/AccentHomeChevronProcess"/>
    <dgm:cxn modelId="{43D30544-AB0A-43E8-A43D-B1F41277B0F8}" type="presParOf" srcId="{62262EA1-D674-4DE8-B444-FEC3F6748520}" destId="{ED05E404-1B63-4FC9-A7B8-277860DEBCD0}" srcOrd="3" destOrd="0" presId="urn:microsoft.com/office/officeart/2016/7/layout/AccentHomeChevronProcess"/>
    <dgm:cxn modelId="{6BC4A82E-C8CE-405D-BE38-CA09533ECB3A}" type="presParOf" srcId="{594BF422-752C-42F3-A230-3D0E6AE9A886}" destId="{AB144E95-E2AA-430B-870C-A44D04CCB5A8}" srcOrd="7" destOrd="0" presId="urn:microsoft.com/office/officeart/2016/7/layout/AccentHomeChevronProcess"/>
    <dgm:cxn modelId="{B07B5F95-29F3-4EBA-881F-2F9C82CD9290}" type="presParOf" srcId="{594BF422-752C-42F3-A230-3D0E6AE9A886}" destId="{D0A9E9B9-B6D2-49AA-91D6-7CE223E637D0}" srcOrd="8" destOrd="0" presId="urn:microsoft.com/office/officeart/2016/7/layout/AccentHomeChevronProcess"/>
    <dgm:cxn modelId="{6DCE379C-942E-4A9E-8128-B2C269A9781F}" type="presParOf" srcId="{D0A9E9B9-B6D2-49AA-91D6-7CE223E637D0}" destId="{0EE416CF-D8AE-41BD-BF35-9148040E1274}" srcOrd="0" destOrd="0" presId="urn:microsoft.com/office/officeart/2016/7/layout/AccentHomeChevronProcess"/>
    <dgm:cxn modelId="{FE2C896A-6834-4EDF-8664-05B479C8F0ED}" type="presParOf" srcId="{D0A9E9B9-B6D2-49AA-91D6-7CE223E637D0}" destId="{559A9A18-D6AE-4459-8C7F-A17CAB50744A}" srcOrd="1" destOrd="0" presId="urn:microsoft.com/office/officeart/2016/7/layout/AccentHomeChevronProcess"/>
    <dgm:cxn modelId="{10CD1AE1-F5D1-4C7E-9DFC-2BC8AB439A36}" type="presParOf" srcId="{D0A9E9B9-B6D2-49AA-91D6-7CE223E637D0}" destId="{7F54B493-FCA8-4A1F-A2B1-FCB26CA9C396}" srcOrd="2" destOrd="0" presId="urn:microsoft.com/office/officeart/2016/7/layout/AccentHomeChevronProcess"/>
    <dgm:cxn modelId="{3BA0BF32-4C4F-4617-8C77-FB7B13572D62}" type="presParOf" srcId="{D0A9E9B9-B6D2-49AA-91D6-7CE223E637D0}" destId="{D73F5E39-8993-4D6C-9D92-8E8F41E329B8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E6E73-A3C8-4495-927B-8AADA5A74297}">
      <dsp:nvSpPr>
        <dsp:cNvPr id="0" name=""/>
        <dsp:cNvSpPr/>
      </dsp:nvSpPr>
      <dsp:spPr>
        <a:xfrm rot="5400000">
          <a:off x="-1123324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A6A4E-2D39-41D2-A6B1-B590D0C452D2}">
      <dsp:nvSpPr>
        <dsp:cNvPr id="0" name=""/>
        <dsp:cNvSpPr/>
      </dsp:nvSpPr>
      <dsp:spPr>
        <a:xfrm>
          <a:off x="2100" y="3510000"/>
          <a:ext cx="2239374" cy="810000"/>
        </a:xfrm>
        <a:prstGeom prst="homePlate">
          <a:avLst>
            <a:gd name="adj" fmla="val 25000"/>
          </a:avLst>
        </a:prstGeom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190500" rIns="95250" bIns="1905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Gathering Requirements</a:t>
          </a:r>
        </a:p>
      </dsp:txBody>
      <dsp:txXfrm>
        <a:off x="2100" y="3510000"/>
        <a:ext cx="2138124" cy="810000"/>
      </dsp:txXfrm>
    </dsp:sp>
    <dsp:sp modelId="{810D7AA7-A541-4507-BE7F-36CCF210089F}">
      <dsp:nvSpPr>
        <dsp:cNvPr id="0" name=""/>
        <dsp:cNvSpPr/>
      </dsp:nvSpPr>
      <dsp:spPr>
        <a:xfrm>
          <a:off x="181250" y="1187489"/>
          <a:ext cx="1818372" cy="1806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anchor="t" anchorCtr="0">
          <a:noAutofit/>
        </a:bodyPr>
        <a:lstStyle/>
        <a:p>
          <a:pPr marL="0" lvl="0" indent="0" algn="l" defTabSz="53340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solidFill>
                <a:schemeClr val="tx2"/>
              </a:solidFill>
            </a:rPr>
            <a:t>I will gather business requirements and necessary information to develop a solution per the client’s expectations and identify risks.</a:t>
          </a:r>
        </a:p>
      </dsp:txBody>
      <dsp:txXfrm>
        <a:off x="181250" y="1187489"/>
        <a:ext cx="1818372" cy="1806356"/>
      </dsp:txXfrm>
    </dsp:sp>
    <dsp:sp modelId="{E41E7729-FD3F-426D-804C-45BD60BD762D}">
      <dsp:nvSpPr>
        <dsp:cNvPr id="0" name=""/>
        <dsp:cNvSpPr/>
      </dsp:nvSpPr>
      <dsp:spPr>
        <a:xfrm rot="5400000">
          <a:off x="1004081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6E586-0364-4C52-98F9-74A7ACD803D1}">
      <dsp:nvSpPr>
        <dsp:cNvPr id="0" name=""/>
        <dsp:cNvSpPr/>
      </dsp:nvSpPr>
      <dsp:spPr>
        <a:xfrm>
          <a:off x="2129506" y="3510000"/>
          <a:ext cx="2239374" cy="810000"/>
        </a:xfrm>
        <a:prstGeom prst="chevron">
          <a:avLst>
            <a:gd name="adj" fmla="val 25000"/>
          </a:avLst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190500" rIns="95250" bIns="1905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Defining Requirement</a:t>
          </a:r>
        </a:p>
      </dsp:txBody>
      <dsp:txXfrm>
        <a:off x="2332006" y="3510000"/>
        <a:ext cx="1834374" cy="810000"/>
      </dsp:txXfrm>
    </dsp:sp>
    <dsp:sp modelId="{5E07F9E4-149C-4A89-848F-4ABDD305F0C5}">
      <dsp:nvSpPr>
        <dsp:cNvPr id="0" name=""/>
        <dsp:cNvSpPr/>
      </dsp:nvSpPr>
      <dsp:spPr>
        <a:xfrm>
          <a:off x="2308656" y="1187489"/>
          <a:ext cx="1818372" cy="1806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anchor="t" anchorCtr="0">
          <a:noAutofit/>
        </a:bodyPr>
        <a:lstStyle/>
        <a:p>
          <a:pPr marL="0" lvl="0" indent="0" algn="l" defTabSz="533400">
            <a:lnSpc>
              <a:spcPts val="15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2"/>
              </a:solidFill>
            </a:rPr>
            <a:t>I will define and document these requirements for approval by the clients and reviewed by market analysts.</a:t>
          </a:r>
        </a:p>
      </dsp:txBody>
      <dsp:txXfrm>
        <a:off x="2308656" y="1187489"/>
        <a:ext cx="1818372" cy="1806356"/>
      </dsp:txXfrm>
    </dsp:sp>
    <dsp:sp modelId="{473F2067-7126-4D56-A328-5A8CFD3D8D52}">
      <dsp:nvSpPr>
        <dsp:cNvPr id="0" name=""/>
        <dsp:cNvSpPr/>
      </dsp:nvSpPr>
      <dsp:spPr>
        <a:xfrm rot="5400000">
          <a:off x="3131487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B5EFC-88FB-4ED5-994F-D5F6584C2293}">
      <dsp:nvSpPr>
        <dsp:cNvPr id="0" name=""/>
        <dsp:cNvSpPr/>
      </dsp:nvSpPr>
      <dsp:spPr>
        <a:xfrm>
          <a:off x="4256912" y="3510000"/>
          <a:ext cx="2239374" cy="810000"/>
        </a:xfrm>
        <a:prstGeom prst="chevron">
          <a:avLst>
            <a:gd name="adj" fmla="val 25000"/>
          </a:avLst>
        </a:prstGeom>
        <a:solidFill>
          <a:schemeClr val="accent3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190500" rIns="95250" bIns="1905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Designing and Prototyping</a:t>
          </a:r>
        </a:p>
      </dsp:txBody>
      <dsp:txXfrm>
        <a:off x="4459412" y="3510000"/>
        <a:ext cx="1834374" cy="810000"/>
      </dsp:txXfrm>
    </dsp:sp>
    <dsp:sp modelId="{FD7B29F2-0D66-4B4B-BC8A-82DA23575305}">
      <dsp:nvSpPr>
        <dsp:cNvPr id="0" name=""/>
        <dsp:cNvSpPr/>
      </dsp:nvSpPr>
      <dsp:spPr>
        <a:xfrm>
          <a:off x="4436062" y="1187489"/>
          <a:ext cx="1818372" cy="1806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anchor="t" anchorCtr="0">
          <a:noAutofit/>
        </a:bodyPr>
        <a:lstStyle/>
        <a:p>
          <a:pPr marL="0" lvl="0" indent="0" algn="l" defTabSz="533400">
            <a:lnSpc>
              <a:spcPts val="15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2"/>
              </a:solidFill>
            </a:rPr>
            <a:t>I will define the functions and describe the operations in detail such as screen layouts, business rules, process diagrams, etc. </a:t>
          </a:r>
        </a:p>
      </dsp:txBody>
      <dsp:txXfrm>
        <a:off x="4436062" y="1187489"/>
        <a:ext cx="1818372" cy="1806356"/>
      </dsp:txXfrm>
    </dsp:sp>
    <dsp:sp modelId="{7BF6E820-C6E3-4E2C-BB23-ADF9AD641C6B}">
      <dsp:nvSpPr>
        <dsp:cNvPr id="0" name=""/>
        <dsp:cNvSpPr/>
      </dsp:nvSpPr>
      <dsp:spPr>
        <a:xfrm rot="5400000">
          <a:off x="5258893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46455-4EBB-40A8-838B-B584850A8B8E}">
      <dsp:nvSpPr>
        <dsp:cNvPr id="0" name=""/>
        <dsp:cNvSpPr/>
      </dsp:nvSpPr>
      <dsp:spPr>
        <a:xfrm>
          <a:off x="6384318" y="3510000"/>
          <a:ext cx="2239374" cy="810000"/>
        </a:xfrm>
        <a:prstGeom prst="chevron">
          <a:avLst>
            <a:gd name="adj" fmla="val 25000"/>
          </a:avLst>
        </a:prstGeom>
        <a:solidFill>
          <a:schemeClr val="accent4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190500" rIns="95250" bIns="1905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Software Dev. and Testing</a:t>
          </a:r>
          <a:endParaRPr lang="ru-RU" sz="1500" b="1" kern="1200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sp:txBody>
      <dsp:txXfrm>
        <a:off x="6586818" y="3510000"/>
        <a:ext cx="1834374" cy="810000"/>
      </dsp:txXfrm>
    </dsp:sp>
    <dsp:sp modelId="{1D84544C-5924-422B-9546-A86AE4927E4C}">
      <dsp:nvSpPr>
        <dsp:cNvPr id="0" name=""/>
        <dsp:cNvSpPr/>
      </dsp:nvSpPr>
      <dsp:spPr>
        <a:xfrm>
          <a:off x="6563468" y="1187489"/>
          <a:ext cx="1818372" cy="1806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anchor="t" anchorCtr="0">
          <a:noAutofit/>
        </a:bodyPr>
        <a:lstStyle/>
        <a:p>
          <a:pPr marL="0" lvl="0" indent="0" algn="l" defTabSz="53340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solidFill>
                <a:srgbClr val="666666"/>
              </a:solidFill>
              <a:latin typeface="+mn-lt"/>
              <a:ea typeface="+mn-ea"/>
              <a:cs typeface="+mn-cs"/>
            </a:rPr>
            <a:t>I will dictate the implementation of the solution and ensure proper testing is conducted.</a:t>
          </a:r>
        </a:p>
      </dsp:txBody>
      <dsp:txXfrm>
        <a:off x="6563468" y="1187489"/>
        <a:ext cx="1818372" cy="1806356"/>
      </dsp:txXfrm>
    </dsp:sp>
    <dsp:sp modelId="{0EE416CF-D8AE-41BD-BF35-9148040E1274}">
      <dsp:nvSpPr>
        <dsp:cNvPr id="0" name=""/>
        <dsp:cNvSpPr/>
      </dsp:nvSpPr>
      <dsp:spPr>
        <a:xfrm rot="5400000">
          <a:off x="7386299" y="2205425"/>
          <a:ext cx="2430000" cy="179149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A9A18-D6AE-4459-8C7F-A17CAB50744A}">
      <dsp:nvSpPr>
        <dsp:cNvPr id="0" name=""/>
        <dsp:cNvSpPr/>
      </dsp:nvSpPr>
      <dsp:spPr>
        <a:xfrm>
          <a:off x="8511724" y="3510000"/>
          <a:ext cx="2239374" cy="810000"/>
        </a:xfrm>
        <a:prstGeom prst="chevron">
          <a:avLst>
            <a:gd name="adj" fmla="val 25000"/>
          </a:avLst>
        </a:prstGeom>
        <a:solidFill>
          <a:schemeClr val="accent5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190500" rIns="95250" bIns="1905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Deployment</a:t>
          </a:r>
          <a:endParaRPr lang="ru-RU" sz="1500" b="1" kern="1200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sp:txBody>
      <dsp:txXfrm>
        <a:off x="8714224" y="3510000"/>
        <a:ext cx="1834374" cy="810000"/>
      </dsp:txXfrm>
    </dsp:sp>
    <dsp:sp modelId="{7F54B493-FCA8-4A1F-A2B1-FCB26CA9C396}">
      <dsp:nvSpPr>
        <dsp:cNvPr id="0" name=""/>
        <dsp:cNvSpPr/>
      </dsp:nvSpPr>
      <dsp:spPr>
        <a:xfrm>
          <a:off x="8690874" y="1187489"/>
          <a:ext cx="1818372" cy="1806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648000" rIns="288000" bIns="0" numCol="1" spcCol="1270" anchor="t" anchorCtr="0">
          <a:noAutofit/>
        </a:bodyPr>
        <a:lstStyle/>
        <a:p>
          <a:pPr marL="0" lvl="0" indent="0" algn="l" defTabSz="53340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solidFill>
                <a:srgbClr val="666666"/>
              </a:solidFill>
              <a:latin typeface="+mn-lt"/>
              <a:ea typeface="+mn-ea"/>
              <a:cs typeface="+mn-cs"/>
            </a:rPr>
            <a:t>After testing and code errors are fixed, I will deliver the product to customer by integrating into their systems.</a:t>
          </a:r>
        </a:p>
      </dsp:txBody>
      <dsp:txXfrm>
        <a:off x="8690874" y="1187489"/>
        <a:ext cx="1818372" cy="1806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Accent Home Chevron Process"/>
  <dgm:desc val="Use to show a progression; a timeline; sequential steps in a task, process, or workflow; or to emphasize movement or direction. Level 1 text appears inside an chevron shape, except the first shape which comes in a home shape, while Level 2 text appears above the invisible rectangle shapes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D0CCEB-DFF8-417B-A87A-90F3D79059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FE758-9C44-40AF-9D52-A7EF39200D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ADB54-F1AF-44F8-8ED0-867524639FE1}" type="datetimeFigureOut">
              <a:rPr lang="en-US" smtClean="0"/>
              <a:t>10/19/2022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24329-C497-4EFE-8EB2-F22CD57F39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C25EC-D008-42CF-845E-C895CC9B32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2E2A0-273F-4DCF-AF0B-3CFADE889C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2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E5575-CAFE-4A42-A774-E4652BA723C1}" type="datetimeFigureOut">
              <a:rPr lang="en-US" smtClean="0"/>
              <a:t>10/19/2022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DC9BE-8102-4ADA-9C69-422E236104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4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0639-BF2D-41F8-822B-DED03338D28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80354" y="197121"/>
            <a:ext cx="10711545" cy="1325563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Project Timeline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74091-9EA2-47C8-AAA9-6DFE207852E4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80354" y="1786436"/>
            <a:ext cx="10711545" cy="4522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3706AB-7768-4239-93C0-28F2AC35B71A}"/>
              </a:ext>
            </a:extLst>
          </p:cNvPr>
          <p:cNvCxnSpPr/>
          <p:nvPr userDrawn="1"/>
        </p:nvCxnSpPr>
        <p:spPr>
          <a:xfrm>
            <a:off x="787583" y="1181100"/>
            <a:ext cx="2880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29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8498729-8E0E-452C-9DE5-20C4280E68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8339" y="5310000"/>
            <a:ext cx="4536000" cy="1548000"/>
          </a:xfrm>
          <a:solidFill>
            <a:schemeClr val="bg1">
              <a:lumMod val="85000"/>
              <a:alpha val="80000"/>
            </a:schemeClr>
          </a:solidFill>
        </p:spPr>
        <p:txBody>
          <a:bodyPr lIns="288000" tIns="252000"/>
          <a:lstStyle>
            <a:lvl1pPr marL="0" indent="0">
              <a:spcBef>
                <a:spcPts val="500"/>
              </a:spcBef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500"/>
              </a:spcBef>
              <a:buNone/>
              <a:defRPr sz="1000">
                <a:solidFill>
                  <a:schemeClr val="bg2"/>
                </a:solidFill>
              </a:defRPr>
            </a:lvl2pPr>
          </a:lstStyle>
          <a:p>
            <a:pPr lvl="0"/>
            <a:r>
              <a:rPr lang="en-US" noProof="0"/>
              <a:t>Additional Stage Title 02</a:t>
            </a:r>
          </a:p>
          <a:p>
            <a:pPr lvl="1"/>
            <a:r>
              <a:rPr lang="en-US" noProof="0"/>
              <a:t>Lorem ipsum dolor sit amet, consectetuer adipiscing elit, sed diam nonummy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6ED01E-03BA-4CB7-BDDB-4A7F0B0DA4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7583" y="5310000"/>
            <a:ext cx="2778470" cy="1548000"/>
          </a:xfrm>
          <a:solidFill>
            <a:schemeClr val="bg1">
              <a:lumMod val="95000"/>
            </a:schemeClr>
          </a:solidFill>
        </p:spPr>
        <p:txBody>
          <a:bodyPr lIns="288000" tIns="252000"/>
          <a:lstStyle>
            <a:lvl1pPr marL="0" indent="0">
              <a:spcBef>
                <a:spcPts val="500"/>
              </a:spcBef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500"/>
              </a:spcBef>
              <a:buNone/>
              <a:defRPr sz="1000">
                <a:solidFill>
                  <a:schemeClr val="bg2"/>
                </a:solidFill>
              </a:defRPr>
            </a:lvl2pPr>
          </a:lstStyle>
          <a:p>
            <a:pPr lvl="0"/>
            <a:r>
              <a:rPr lang="en-US" noProof="0"/>
              <a:t>Additional Stage Title 01</a:t>
            </a:r>
          </a:p>
          <a:p>
            <a:pPr lvl="1"/>
            <a:r>
              <a:rPr lang="en-US" noProof="0"/>
              <a:t>Lorem ipsum dolor sit amet, consectetuer adipiscing elit, sed diam nonummy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60639-BF2D-41F8-822B-DED03338D28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80354" y="197121"/>
            <a:ext cx="10711545" cy="1325563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74091-9EA2-47C8-AAA9-6DFE207852E4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80354" y="1786436"/>
            <a:ext cx="10711545" cy="330606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1C51713D-9A60-48EF-A25A-764AEDE9E6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6626" y="5310000"/>
            <a:ext cx="3103200" cy="1548000"/>
          </a:xfrm>
          <a:solidFill>
            <a:schemeClr val="bg1">
              <a:lumMod val="95000"/>
            </a:schemeClr>
          </a:solidFill>
        </p:spPr>
        <p:txBody>
          <a:bodyPr lIns="288000" tIns="252000"/>
          <a:lstStyle>
            <a:lvl1pPr marL="0" indent="0">
              <a:spcBef>
                <a:spcPts val="500"/>
              </a:spcBef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500"/>
              </a:spcBef>
              <a:buNone/>
              <a:defRPr sz="1000">
                <a:solidFill>
                  <a:schemeClr val="bg2"/>
                </a:solidFill>
              </a:defRPr>
            </a:lvl2pPr>
          </a:lstStyle>
          <a:p>
            <a:pPr lvl="0"/>
            <a:r>
              <a:rPr lang="en-US" noProof="0"/>
              <a:t>Additional Stage Title 3</a:t>
            </a:r>
          </a:p>
          <a:p>
            <a:pPr lvl="1"/>
            <a:r>
              <a:rPr lang="en-US" noProof="0"/>
              <a:t>Lorem ipsum dolor sit amet, consectetuer adipiscing elit, sed diam nonummy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3706AB-7768-4239-93C0-28F2AC35B71A}"/>
              </a:ext>
            </a:extLst>
          </p:cNvPr>
          <p:cNvCxnSpPr/>
          <p:nvPr userDrawn="1"/>
        </p:nvCxnSpPr>
        <p:spPr>
          <a:xfrm>
            <a:off x="787583" y="1181100"/>
            <a:ext cx="2880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5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4C4A8-C2EB-4D2A-A43E-BE19EA9A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742BD-2E9C-46B7-AFF7-A440C094D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F001-24C4-4191-A568-B1096B9AB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9F280-24DB-415F-8DF8-72D7FF3C4BF0}" type="datetimeFigureOut">
              <a:rPr lang="en-US" noProof="0" smtClean="0"/>
              <a:t>10/19/2022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E5E6E-ED1A-4700-A7E8-68DEBCDD6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E6C46-B63C-4A83-8155-0AE7FABAD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9A2B-DCEA-459B-8067-44D042050D8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101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diagramData" Target="../diagrams/data1.xml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9.png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48CED-4C5C-CEA8-F888-D33CB1A0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BE5F4-1B4A-6E2A-3CE0-7E2F28760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have been brought into Project X that is being undertaken in an agile environment.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presentation, I have highlighted my involvement as a Business Analyst across the full software development lifecycle.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will be good to know that I have little knowledge of this project and as such will undertake requirement elicitations. </a:t>
            </a:r>
          </a:p>
        </p:txBody>
      </p:sp>
    </p:spTree>
    <p:extLst>
      <p:ext uri="{BB962C8B-B14F-4D97-AF65-F5344CB8AC3E}">
        <p14:creationId xmlns:p14="http://schemas.microsoft.com/office/powerpoint/2010/main" val="289697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7993-15A2-9F46-05E3-BC4FC5F7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X Requirement Elicitation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1166F-249D-F514-B71A-B8A30D55D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effectLst/>
                <a:latin typeface="urw-din"/>
              </a:rPr>
              <a:t> I will interview every stakeholder and representative from groups that will be selected based on their expertise and knowledge of Project X. </a:t>
            </a:r>
          </a:p>
          <a:p>
            <a:pPr algn="l" fontAlgn="base"/>
            <a:r>
              <a:rPr lang="en-US" b="0" i="0" dirty="0">
                <a:effectLst/>
                <a:latin typeface="urw-din"/>
              </a:rPr>
              <a:t>Interview will be opened-ended and context-free to understand the problem.</a:t>
            </a:r>
          </a:p>
          <a:p>
            <a:pPr algn="l" fontAlgn="base"/>
            <a:r>
              <a:rPr lang="en-US" dirty="0">
                <a:latin typeface="urw-din"/>
              </a:rPr>
              <a:t>I will then proceed to immerse myself in the project as stated in the next slide.</a:t>
            </a:r>
            <a:endParaRPr lang="en-US" b="0" i="0" dirty="0">
              <a:effectLst/>
              <a:latin typeface="urw-di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8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 descr="SmartArt Process diagram">
            <a:extLst>
              <a:ext uri="{FF2B5EF4-FFF2-40B4-BE49-F238E27FC236}">
                <a16:creationId xmlns:a16="http://schemas.microsoft.com/office/drawing/2014/main" id="{703FAB33-C653-48B0-9838-6BDC8704C1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4045718"/>
              </p:ext>
            </p:extLst>
          </p:nvPr>
        </p:nvGraphicFramePr>
        <p:xfrm>
          <a:off x="789873" y="894186"/>
          <a:ext cx="10753200" cy="54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2D15B7BD-52A2-46CD-9905-39068311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X BA Involvements</a:t>
            </a:r>
            <a:endParaRPr lang="en-US" b="0" dirty="0">
              <a:solidFill>
                <a:schemeClr val="bg2"/>
              </a:solidFill>
            </a:endParaRPr>
          </a:p>
        </p:txBody>
      </p:sp>
      <p:sp>
        <p:nvSpPr>
          <p:cNvPr id="10" name="Rectangle 9" descr="Red square">
            <a:extLst>
              <a:ext uri="{FF2B5EF4-FFF2-40B4-BE49-F238E27FC236}">
                <a16:creationId xmlns:a16="http://schemas.microsoft.com/office/drawing/2014/main" id="{A12CC26A-5315-4976-ADC0-5433567BBAE9}"/>
              </a:ext>
            </a:extLst>
          </p:cNvPr>
          <p:cNvSpPr/>
          <p:nvPr/>
        </p:nvSpPr>
        <p:spPr>
          <a:xfrm>
            <a:off x="790594" y="1892518"/>
            <a:ext cx="688931" cy="68893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 descr="Orange square">
            <a:extLst>
              <a:ext uri="{FF2B5EF4-FFF2-40B4-BE49-F238E27FC236}">
                <a16:creationId xmlns:a16="http://schemas.microsoft.com/office/drawing/2014/main" id="{1930D93D-7C86-4A0B-AC32-322C4830B011}"/>
              </a:ext>
            </a:extLst>
          </p:cNvPr>
          <p:cNvSpPr/>
          <p:nvPr/>
        </p:nvSpPr>
        <p:spPr>
          <a:xfrm>
            <a:off x="2917717" y="1892518"/>
            <a:ext cx="688931" cy="68893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 descr="Orange square">
            <a:extLst>
              <a:ext uri="{FF2B5EF4-FFF2-40B4-BE49-F238E27FC236}">
                <a16:creationId xmlns:a16="http://schemas.microsoft.com/office/drawing/2014/main" id="{3465B29B-8058-46D1-9660-8E77A907D117}"/>
              </a:ext>
            </a:extLst>
          </p:cNvPr>
          <p:cNvSpPr/>
          <p:nvPr/>
        </p:nvSpPr>
        <p:spPr>
          <a:xfrm>
            <a:off x="5050060" y="1875283"/>
            <a:ext cx="688931" cy="68893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 descr="Orange square">
            <a:extLst>
              <a:ext uri="{FF2B5EF4-FFF2-40B4-BE49-F238E27FC236}">
                <a16:creationId xmlns:a16="http://schemas.microsoft.com/office/drawing/2014/main" id="{EEFF73B8-4E1C-489B-A505-D683624E688D}"/>
              </a:ext>
            </a:extLst>
          </p:cNvPr>
          <p:cNvSpPr/>
          <p:nvPr/>
        </p:nvSpPr>
        <p:spPr>
          <a:xfrm>
            <a:off x="7172120" y="1892518"/>
            <a:ext cx="688931" cy="68893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 descr="Yellow square">
            <a:extLst>
              <a:ext uri="{FF2B5EF4-FFF2-40B4-BE49-F238E27FC236}">
                <a16:creationId xmlns:a16="http://schemas.microsoft.com/office/drawing/2014/main" id="{5B34B083-2C6A-4916-B16C-EEDE2F7E0A91}"/>
              </a:ext>
            </a:extLst>
          </p:cNvPr>
          <p:cNvSpPr/>
          <p:nvPr/>
        </p:nvSpPr>
        <p:spPr>
          <a:xfrm>
            <a:off x="9310332" y="1892518"/>
            <a:ext cx="688931" cy="688931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Graphic 17" descr="Bunting with solid fill">
            <a:extLst>
              <a:ext uri="{FF2B5EF4-FFF2-40B4-BE49-F238E27FC236}">
                <a16:creationId xmlns:a16="http://schemas.microsoft.com/office/drawing/2014/main" id="{429D621D-3AC8-4789-B37A-514D514B81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5048" y="2012365"/>
            <a:ext cx="432000" cy="432000"/>
          </a:xfrm>
          <a:prstGeom prst="rect">
            <a:avLst/>
          </a:prstGeom>
        </p:spPr>
      </p:pic>
      <p:pic>
        <p:nvPicPr>
          <p:cNvPr id="19" name="Graphic 18" descr="Target">
            <a:extLst>
              <a:ext uri="{FF2B5EF4-FFF2-40B4-BE49-F238E27FC236}">
                <a16:creationId xmlns:a16="http://schemas.microsoft.com/office/drawing/2014/main" id="{9FBDC2B8-6333-4FE7-85AE-BAA8AC4753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0087" y="2012365"/>
            <a:ext cx="432000" cy="432000"/>
          </a:xfrm>
          <a:prstGeom prst="rect">
            <a:avLst/>
          </a:prstGeom>
        </p:spPr>
      </p:pic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B3B066BF-DC70-46FA-B9ED-2111EF601B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8959" y="2012365"/>
            <a:ext cx="432000" cy="432000"/>
          </a:xfrm>
          <a:prstGeom prst="rect">
            <a:avLst/>
          </a:prstGeom>
        </p:spPr>
      </p:pic>
      <p:pic>
        <p:nvPicPr>
          <p:cNvPr id="25" name="Graphic 24" descr="Programmer male with solid fill">
            <a:extLst>
              <a:ext uri="{FF2B5EF4-FFF2-40B4-BE49-F238E27FC236}">
                <a16:creationId xmlns:a16="http://schemas.microsoft.com/office/drawing/2014/main" id="{8E331209-A339-4EA7-9A9C-60B841670A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305283" y="2012365"/>
            <a:ext cx="432000" cy="432000"/>
          </a:xfrm>
          <a:prstGeom prst="rect">
            <a:avLst/>
          </a:prstGeom>
        </p:spPr>
      </p:pic>
      <p:pic>
        <p:nvPicPr>
          <p:cNvPr id="26" name="Graphic 25" descr="Truck with solid fill">
            <a:extLst>
              <a:ext uri="{FF2B5EF4-FFF2-40B4-BE49-F238E27FC236}">
                <a16:creationId xmlns:a16="http://schemas.microsoft.com/office/drawing/2014/main" id="{E30E2A91-829E-4A17-993C-634E1C3B82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9438797" y="2012365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8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E261-B2E8-C198-B718-650D919B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354FC-0AB9-95BE-0010-0E2BB9D5C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 will incorporate constant system performance analysis and component updates to ensure the solution fulfills every one of the vital guidelines and uses cutting-edge advancements.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 will ensure bugs and imperfections found during support should be accounted for and fixed to the degree expected to guarantee the fix doesn't present new issues.</a:t>
            </a:r>
          </a:p>
        </p:txBody>
      </p:sp>
    </p:spTree>
    <p:extLst>
      <p:ext uri="{BB962C8B-B14F-4D97-AF65-F5344CB8AC3E}">
        <p14:creationId xmlns:p14="http://schemas.microsoft.com/office/powerpoint/2010/main" val="4188670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3">
      <a:dk1>
        <a:sysClr val="windowText" lastClr="000000"/>
      </a:dk1>
      <a:lt1>
        <a:sysClr val="window" lastClr="FFFFFF"/>
      </a:lt1>
      <a:dk2>
        <a:srgbClr val="666666"/>
      </a:dk2>
      <a:lt2>
        <a:srgbClr val="808080"/>
      </a:lt2>
      <a:accent1>
        <a:srgbClr val="ED1C24"/>
      </a:accent1>
      <a:accent2>
        <a:srgbClr val="F15A24"/>
      </a:accent2>
      <a:accent3>
        <a:srgbClr val="F7931E"/>
      </a:accent3>
      <a:accent4>
        <a:srgbClr val="FBB03B"/>
      </a:accent4>
      <a:accent5>
        <a:srgbClr val="FCCB00"/>
      </a:accent5>
      <a:accent6>
        <a:srgbClr val="70AD47"/>
      </a:accent6>
      <a:hlink>
        <a:srgbClr val="666666"/>
      </a:hlink>
      <a:folHlink>
        <a:srgbClr val="666666"/>
      </a:folHlink>
    </a:clrScheme>
    <a:fontScheme name="Custom 38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imeline from SmartArt_01_MO - v4" id="{E57269B8-54F0-49BD-A8EA-8A70876CC409}" vid="{E9570212-5BEE-4588-9CB3-61D60C5AA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6599C0-B0B6-415D-9B63-E273EEA0EBF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5E0056C-22F7-43F0-A6CE-AE8B59378E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B6EBAF-D3F1-4C38-B9E9-9D4DBDA139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stage timeline</Template>
  <TotalTime>2814</TotalTime>
  <Words>286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urw-din</vt:lpstr>
      <vt:lpstr>Arial</vt:lpstr>
      <vt:lpstr>Calibri</vt:lpstr>
      <vt:lpstr>Century Gothic</vt:lpstr>
      <vt:lpstr>Office Theme</vt:lpstr>
      <vt:lpstr>Project X</vt:lpstr>
      <vt:lpstr>Project X Requirement Elicitation</vt:lpstr>
      <vt:lpstr>Project X BA Involvements</vt:lpstr>
      <vt:lpstr>Maintenance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X</dc:title>
  <dc:creator>Mayowa Osifeko</dc:creator>
  <cp:lastModifiedBy>Mayowa Osifeko</cp:lastModifiedBy>
  <cp:revision>6</cp:revision>
  <dcterms:created xsi:type="dcterms:W3CDTF">2022-10-19T09:11:19Z</dcterms:created>
  <dcterms:modified xsi:type="dcterms:W3CDTF">2022-10-21T08:07:46Z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